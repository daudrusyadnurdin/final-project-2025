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61"/>
  </p:notesMasterIdLst>
  <p:sldIdLst>
    <p:sldId id="256" r:id="rId3"/>
    <p:sldId id="258" r:id="rId4"/>
    <p:sldId id="344" r:id="rId5"/>
    <p:sldId id="310" r:id="rId6"/>
    <p:sldId id="311" r:id="rId7"/>
    <p:sldId id="316" r:id="rId8"/>
    <p:sldId id="312" r:id="rId9"/>
    <p:sldId id="318" r:id="rId10"/>
    <p:sldId id="314" r:id="rId11"/>
    <p:sldId id="315" r:id="rId12"/>
    <p:sldId id="319" r:id="rId13"/>
    <p:sldId id="317" r:id="rId14"/>
    <p:sldId id="320" r:id="rId15"/>
    <p:sldId id="321" r:id="rId16"/>
    <p:sldId id="345" r:id="rId17"/>
    <p:sldId id="299" r:id="rId18"/>
    <p:sldId id="262" r:id="rId19"/>
    <p:sldId id="301" r:id="rId20"/>
    <p:sldId id="300" r:id="rId21"/>
    <p:sldId id="346" r:id="rId22"/>
    <p:sldId id="267" r:id="rId23"/>
    <p:sldId id="263" r:id="rId24"/>
    <p:sldId id="306" r:id="rId25"/>
    <p:sldId id="264" r:id="rId26"/>
    <p:sldId id="303" r:id="rId27"/>
    <p:sldId id="307" r:id="rId28"/>
    <p:sldId id="347" r:id="rId29"/>
    <p:sldId id="268" r:id="rId30"/>
    <p:sldId id="305" r:id="rId31"/>
    <p:sldId id="343" r:id="rId32"/>
    <p:sldId id="322" r:id="rId33"/>
    <p:sldId id="323" r:id="rId34"/>
    <p:sldId id="324" r:id="rId35"/>
    <p:sldId id="308" r:id="rId36"/>
    <p:sldId id="325" r:id="rId37"/>
    <p:sldId id="309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50" r:id="rId49"/>
    <p:sldId id="336" r:id="rId50"/>
    <p:sldId id="337" r:id="rId51"/>
    <p:sldId id="338" r:id="rId52"/>
    <p:sldId id="339" r:id="rId53"/>
    <p:sldId id="340" r:id="rId54"/>
    <p:sldId id="348" r:id="rId55"/>
    <p:sldId id="341" r:id="rId56"/>
    <p:sldId id="342" r:id="rId57"/>
    <p:sldId id="349" r:id="rId58"/>
    <p:sldId id="265" r:id="rId59"/>
    <p:sldId id="298" r:id="rId60"/>
  </p:sldIdLst>
  <p:sldSz cx="9144000" cy="5143500" type="screen16x9"/>
  <p:notesSz cx="6858000" cy="9144000"/>
  <p:embeddedFontLst>
    <p:embeddedFont>
      <p:font typeface="Catamaran" panose="020B0604020202020204" charset="0"/>
      <p:regular r:id="rId62"/>
      <p:bold r:id="rId63"/>
    </p:embeddedFont>
    <p:embeddedFont>
      <p:font typeface="Lilita One" panose="020B0604020202020204" charset="0"/>
      <p:regular r:id="rId64"/>
    </p:embeddedFont>
    <p:embeddedFont>
      <p:font typeface="Proxima Nova" panose="020B0604020202020204" charset="0"/>
      <p:regular r:id="rId65"/>
      <p:bold r:id="rId66"/>
      <p:italic r:id="rId67"/>
      <p:boldItalic r:id="rId68"/>
    </p:embeddedFont>
    <p:embeddedFont>
      <p:font typeface="Proxima Nova Semibold" panose="020B0604020202020204" charset="0"/>
      <p:regular r:id="rId69"/>
      <p:bold r:id="rId70"/>
      <p:boldItalic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CA597A-10A9-4519-99B5-45AACA084074}">
  <a:tblStyle styleId="{0DCA597A-10A9-4519-99B5-45AACA0840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5.fntdata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4.fntdata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6e52a99da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6e52a99da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B14E2F36-B821-88DF-8E45-9DC30650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6859EE47-C2A6-EE39-2823-CD467695A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CB830A52-BD1B-23FB-4593-F95FD2D98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978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D630FA71-383B-D13D-0428-02FF602A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6e52a99da7_0_161:notes">
            <a:extLst>
              <a:ext uri="{FF2B5EF4-FFF2-40B4-BE49-F238E27FC236}">
                <a16:creationId xmlns:a16="http://schemas.microsoft.com/office/drawing/2014/main" id="{82167BC0-4ABE-60BC-EC98-A150BB38C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6e52a99da7_0_161:notes">
            <a:extLst>
              <a:ext uri="{FF2B5EF4-FFF2-40B4-BE49-F238E27FC236}">
                <a16:creationId xmlns:a16="http://schemas.microsoft.com/office/drawing/2014/main" id="{8C5A26C1-8344-5945-A44C-68C2DBA1F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4994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C352A-1A61-47CF-AD00-41CB18DFEF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6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5771DC57-FE54-8016-244D-7897E4EE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20CB54ED-C181-C2E2-74E5-95807886E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DD6B66E6-224E-A9F4-D0F7-1956F211F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260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A6655C10-6854-BF9B-431C-065D5DC32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317ACAAD-0B25-DC2F-FD50-11BF84985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62BED47C-4ED8-9354-BDD3-44A218D6D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85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D4A35FE7-F7B2-ACC2-2377-C4810A9C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ACA42194-AC28-D0A8-0F50-42484CDDA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5D463C8D-FB0F-EFCD-D77A-3FDB7A6AF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2509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3E967608-4536-F0AA-963C-A250AE0C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6e52a99da7_0_161:notes">
            <a:extLst>
              <a:ext uri="{FF2B5EF4-FFF2-40B4-BE49-F238E27FC236}">
                <a16:creationId xmlns:a16="http://schemas.microsoft.com/office/drawing/2014/main" id="{39A3F0B4-9333-551D-5AB4-6A751AB248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6e52a99da7_0_161:notes">
            <a:extLst>
              <a:ext uri="{FF2B5EF4-FFF2-40B4-BE49-F238E27FC236}">
                <a16:creationId xmlns:a16="http://schemas.microsoft.com/office/drawing/2014/main" id="{E479B650-D558-EA05-2991-8BE8F1792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608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4E7433A6-649A-4818-1F02-9FE2BF53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DFF21DF2-3DFC-A324-5CEB-47A2575A3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B068EFA4-0B25-9089-FB8A-C2CF22DF1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290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1D1F6B77-E597-1562-E6D0-3576C07F2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123B06D5-2DC3-0981-4343-4F09609A8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ED330287-CA4E-8CAD-551E-60F7B281B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226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E6B8051B-826E-113E-26A6-D772BE9F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35A54A18-545C-56C7-9233-50E6B0F1B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F563C996-E3A8-E047-B1BC-C3D66D764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0354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6eb84dc207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6eb84dc207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6eb84dc20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6eb84dc20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4EB51A93-A92D-6827-15C5-54AAF9F1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6eb84dc207_0_65:notes">
            <a:extLst>
              <a:ext uri="{FF2B5EF4-FFF2-40B4-BE49-F238E27FC236}">
                <a16:creationId xmlns:a16="http://schemas.microsoft.com/office/drawing/2014/main" id="{327946BC-5149-3295-7495-5DF277137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6eb84dc207_0_65:notes">
            <a:extLst>
              <a:ext uri="{FF2B5EF4-FFF2-40B4-BE49-F238E27FC236}">
                <a16:creationId xmlns:a16="http://schemas.microsoft.com/office/drawing/2014/main" id="{F97F1C38-9B69-12B9-13A5-14DFA7C6B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4923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6eb84dc207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6eb84dc207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CEA90BAF-9989-9105-EA74-23D59991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6eb84dc207_0_94:notes">
            <a:extLst>
              <a:ext uri="{FF2B5EF4-FFF2-40B4-BE49-F238E27FC236}">
                <a16:creationId xmlns:a16="http://schemas.microsoft.com/office/drawing/2014/main" id="{A4A8C2C9-98C9-A4CF-D0A4-7EAC01C7A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6eb84dc207_0_94:notes">
            <a:extLst>
              <a:ext uri="{FF2B5EF4-FFF2-40B4-BE49-F238E27FC236}">
                <a16:creationId xmlns:a16="http://schemas.microsoft.com/office/drawing/2014/main" id="{99E08CC0-84D1-D963-2A3F-FC75A8512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1201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D5163D4E-2969-2B8E-E056-0F6B00A4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6eb84dc207_0_94:notes">
            <a:extLst>
              <a:ext uri="{FF2B5EF4-FFF2-40B4-BE49-F238E27FC236}">
                <a16:creationId xmlns:a16="http://schemas.microsoft.com/office/drawing/2014/main" id="{828D48FD-E721-1B7B-4D5C-5A73B9355A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6eb84dc207_0_94:notes">
            <a:extLst>
              <a:ext uri="{FF2B5EF4-FFF2-40B4-BE49-F238E27FC236}">
                <a16:creationId xmlns:a16="http://schemas.microsoft.com/office/drawing/2014/main" id="{89E65691-F9DC-29E4-A97B-C4F3C22230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20314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60E937DE-4BAB-352A-30DC-59080E11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CDFFAAEF-5C9C-053C-A77D-00E67D5C6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9E73BD14-3F7F-0DF8-6685-5A32CEE88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2248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6eb84dc207_0_32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6eb84dc207_0_32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FE88D2A3-B08C-453F-9373-8478D3E1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6eb84dc207_0_94:notes">
            <a:extLst>
              <a:ext uri="{FF2B5EF4-FFF2-40B4-BE49-F238E27FC236}">
                <a16:creationId xmlns:a16="http://schemas.microsoft.com/office/drawing/2014/main" id="{A73C5B43-05EE-05CA-162B-C7A9D869C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6eb84dc207_0_94:notes">
            <a:extLst>
              <a:ext uri="{FF2B5EF4-FFF2-40B4-BE49-F238E27FC236}">
                <a16:creationId xmlns:a16="http://schemas.microsoft.com/office/drawing/2014/main" id="{DA958A16-EE51-084D-49D7-4872F54A1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615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ADC8DB64-A9A0-4CBB-266F-B963849A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C018598A-8061-4FE4-DC79-448B4EA20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908BDB84-9A65-6C63-5921-DFFEB6727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5795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>
          <a:extLst>
            <a:ext uri="{FF2B5EF4-FFF2-40B4-BE49-F238E27FC236}">
              <a16:creationId xmlns:a16="http://schemas.microsoft.com/office/drawing/2014/main" id="{265DF724-88A2-393C-97A9-40073155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6ece1cc1dc_1_99:notes">
            <a:extLst>
              <a:ext uri="{FF2B5EF4-FFF2-40B4-BE49-F238E27FC236}">
                <a16:creationId xmlns:a16="http://schemas.microsoft.com/office/drawing/2014/main" id="{E8E0F6DF-2500-A371-8DE0-491DE0A3C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6ece1cc1dc_1_99:notes">
            <a:extLst>
              <a:ext uri="{FF2B5EF4-FFF2-40B4-BE49-F238E27FC236}">
                <a16:creationId xmlns:a16="http://schemas.microsoft.com/office/drawing/2014/main" id="{A0F8B75E-4C1F-2502-0FD9-644C6FB29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4153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>
          <a:extLst>
            <a:ext uri="{FF2B5EF4-FFF2-40B4-BE49-F238E27FC236}">
              <a16:creationId xmlns:a16="http://schemas.microsoft.com/office/drawing/2014/main" id="{FED63E14-BAB0-DFAE-2B51-91E66C13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6ece1cc1dc_1_99:notes">
            <a:extLst>
              <a:ext uri="{FF2B5EF4-FFF2-40B4-BE49-F238E27FC236}">
                <a16:creationId xmlns:a16="http://schemas.microsoft.com/office/drawing/2014/main" id="{D54FABA1-D7F9-933B-5978-D85D1BA7B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6ece1cc1dc_1_99:notes">
            <a:extLst>
              <a:ext uri="{FF2B5EF4-FFF2-40B4-BE49-F238E27FC236}">
                <a16:creationId xmlns:a16="http://schemas.microsoft.com/office/drawing/2014/main" id="{383CF2CC-FFBC-61BB-26AE-A61E3D7F5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9986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6B39BB9B-4014-63CE-F1FF-EB9367E2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3E0D5B0C-51B1-3F15-E70F-CE46C44EC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FD225A17-7256-6C40-B43E-EF4E833C8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1030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CD895C8D-8C97-32F3-0D61-1D8E2700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EEFD8F7E-C783-AE06-C407-C3518485C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3A16040D-9597-FDF9-F279-62C8A01E0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53926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9180A934-BB58-1B5F-12B3-249DB280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0554F650-7B9C-16E1-B4DC-58EA45E41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CED03838-6092-4221-DCD7-67AE58013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29594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3B5FEB17-2E4C-51FA-B24B-12F500EE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70BD24C7-03F5-6BDB-121A-609053712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CDB934CD-803A-7057-41D3-D9BA8301F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690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B757D6C5-240D-C5A1-88B3-8151EF4C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070D2D95-D9B6-F744-A925-EA308DEF4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D93A0733-C034-BBBC-C607-E157EA9D7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0150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ABA20D8F-62C7-1D64-3D11-4820AB1E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2A665782-D1F1-5543-FA7E-5007787CC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0E9515EA-BC5F-73C9-03D2-DD6E2AE99F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35964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5A78FF93-650D-3755-B169-7AE75498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2FEA1695-2340-4888-896F-2BCAAF1D9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1858887C-9278-4EAB-A3B4-85788A66B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2652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249707F2-7A64-2D10-E87C-56B61E67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3E1F2689-9462-7571-9192-BD7A465FD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02C7CD51-E8BB-947B-A5B5-563F728134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7094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73F3F1C3-195B-3243-0503-C78B5FAC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2370B63F-D172-B9DB-7BA8-7269DB876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34B2BF83-E529-E160-F882-444768625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8622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358F9904-53C8-E07E-E738-A94EA8F07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21CB2C1C-86FD-2E61-5EB5-65F36492BB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6D81A6CC-9922-9519-1BE0-1F51CA7BC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599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593BE6E5-D3AE-D4C0-F257-4D60C8BB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9FA1C687-FDB2-30DB-B030-9E0271D62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50682BEC-980E-9EA5-79F4-1471E324F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3986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937599AC-B3EE-34C3-AC95-58F4D486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485431FC-98BE-9030-61AA-FC5841998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D8E2CA5F-76A8-2D7E-44A5-BB5E903C6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39677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F1B94E4F-9645-368F-3D43-64C1B6C8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E981456C-2127-222A-ED9A-D0D5A3775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F736C25F-DBB0-581C-79F6-7780F4F17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8210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6F0853A8-B1B2-E01E-3026-BF6F7236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19CAB8C6-260A-70C6-FE84-58D7009922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5F1681C2-8C27-AC3E-84A4-8C988AD1F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5897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ECE939A9-FBFA-C06C-D9C4-7A778A30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F1847D7E-50FB-C6C8-2544-3492B8BFC7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34489576-FBC9-43C0-B41E-46BAC8662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3243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>
          <a:extLst>
            <a:ext uri="{FF2B5EF4-FFF2-40B4-BE49-F238E27FC236}">
              <a16:creationId xmlns:a16="http://schemas.microsoft.com/office/drawing/2014/main" id="{786CE394-3046-AB84-F1CF-48884C0F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6ece1cc1dc_1_99:notes">
            <a:extLst>
              <a:ext uri="{FF2B5EF4-FFF2-40B4-BE49-F238E27FC236}">
                <a16:creationId xmlns:a16="http://schemas.microsoft.com/office/drawing/2014/main" id="{C242FD15-DE67-9989-C95E-46181F6BB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6ece1cc1dc_1_99:notes">
            <a:extLst>
              <a:ext uri="{FF2B5EF4-FFF2-40B4-BE49-F238E27FC236}">
                <a16:creationId xmlns:a16="http://schemas.microsoft.com/office/drawing/2014/main" id="{25FD3222-0841-891E-896B-E60E4A0E3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3863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6eb84dc207_0_32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6eb84dc207_0_32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B03BF985-8D63-AC1C-DBED-6FCE1949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A7833401-BA0B-A016-8EA2-D91E8D24F6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2A05902F-631F-FC39-DD41-3BD4ECA25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10402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F51A2F4F-EAC6-FBFF-D6E3-FDA5C470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eb84dc207_0_50:notes">
            <a:extLst>
              <a:ext uri="{FF2B5EF4-FFF2-40B4-BE49-F238E27FC236}">
                <a16:creationId xmlns:a16="http://schemas.microsoft.com/office/drawing/2014/main" id="{2B1653AD-F399-2C3B-40A4-647A5A85C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eb84dc207_0_50:notes">
            <a:extLst>
              <a:ext uri="{FF2B5EF4-FFF2-40B4-BE49-F238E27FC236}">
                <a16:creationId xmlns:a16="http://schemas.microsoft.com/office/drawing/2014/main" id="{C3C339CF-7E77-3A38-DB92-8C021F4A3E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2575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FDE70B5E-A7F3-8BE5-1735-E5832065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eb84dc207_0_34:notes">
            <a:extLst>
              <a:ext uri="{FF2B5EF4-FFF2-40B4-BE49-F238E27FC236}">
                <a16:creationId xmlns:a16="http://schemas.microsoft.com/office/drawing/2014/main" id="{3F00C4D7-582E-5D3C-79DD-9C2A576059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eb84dc207_0_34:notes">
            <a:extLst>
              <a:ext uri="{FF2B5EF4-FFF2-40B4-BE49-F238E27FC236}">
                <a16:creationId xmlns:a16="http://schemas.microsoft.com/office/drawing/2014/main" id="{EB65D6B6-16BA-2CB5-7605-7ABE88450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05532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6ece1cc1dc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6ece1cc1dc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>
          <a:extLst>
            <a:ext uri="{FF2B5EF4-FFF2-40B4-BE49-F238E27FC236}">
              <a16:creationId xmlns:a16="http://schemas.microsoft.com/office/drawing/2014/main" id="{8716F1B9-727E-DDBE-A89B-FB1513DB2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6ece1cc1dc_1_99:notes">
            <a:extLst>
              <a:ext uri="{FF2B5EF4-FFF2-40B4-BE49-F238E27FC236}">
                <a16:creationId xmlns:a16="http://schemas.microsoft.com/office/drawing/2014/main" id="{7189B86F-055B-72D7-E4BC-103E237614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6ece1cc1dc_1_99:notes">
            <a:extLst>
              <a:ext uri="{FF2B5EF4-FFF2-40B4-BE49-F238E27FC236}">
                <a16:creationId xmlns:a16="http://schemas.microsoft.com/office/drawing/2014/main" id="{5E8BC42F-391E-3286-65E7-BABF598BE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2652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>
          <a:extLst>
            <a:ext uri="{FF2B5EF4-FFF2-40B4-BE49-F238E27FC236}">
              <a16:creationId xmlns:a16="http://schemas.microsoft.com/office/drawing/2014/main" id="{57F558DA-7C66-D069-F4CC-5BEB5CFF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6ece1cc1dc_1_99:notes">
            <a:extLst>
              <a:ext uri="{FF2B5EF4-FFF2-40B4-BE49-F238E27FC236}">
                <a16:creationId xmlns:a16="http://schemas.microsoft.com/office/drawing/2014/main" id="{0CD110EF-3AA0-B10A-6D97-BB545A802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6ece1cc1dc_1_99:notes">
            <a:extLst>
              <a:ext uri="{FF2B5EF4-FFF2-40B4-BE49-F238E27FC236}">
                <a16:creationId xmlns:a16="http://schemas.microsoft.com/office/drawing/2014/main" id="{17CB9F4E-A445-0ECC-4D6E-3ACB94D69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7172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1" name="Google Shape;18141;g6eb84dc207_0_31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2" name="Google Shape;18142;g6eb84dc207_0_31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86950" y="524625"/>
            <a:ext cx="7370100" cy="10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560900" y="1546600"/>
            <a:ext cx="60222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5031100" y="2923418"/>
            <a:ext cx="29490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5031100" y="3618743"/>
            <a:ext cx="3075300" cy="7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031100" y="2044893"/>
            <a:ext cx="2438400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/>
        </p:nvSpPr>
        <p:spPr>
          <a:xfrm>
            <a:off x="5764625" y="-1100325"/>
            <a:ext cx="4778466" cy="4606087"/>
          </a:xfrm>
          <a:custGeom>
            <a:avLst/>
            <a:gdLst/>
            <a:ahLst/>
            <a:cxnLst/>
            <a:rect l="l" t="t" r="r" b="b"/>
            <a:pathLst>
              <a:path w="63314" h="61030" extrusionOk="0">
                <a:moveTo>
                  <a:pt x="19892" y="1"/>
                </a:moveTo>
                <a:cubicBezTo>
                  <a:pt x="19809" y="1"/>
                  <a:pt x="19727" y="2"/>
                  <a:pt x="19645" y="4"/>
                </a:cubicBezTo>
                <a:cubicBezTo>
                  <a:pt x="14510" y="157"/>
                  <a:pt x="9725" y="3293"/>
                  <a:pt x="6119" y="6712"/>
                </a:cubicBezTo>
                <a:cubicBezTo>
                  <a:pt x="2885" y="9771"/>
                  <a:pt x="1" y="14021"/>
                  <a:pt x="930" y="18370"/>
                </a:cubicBezTo>
                <a:cubicBezTo>
                  <a:pt x="1782" y="22423"/>
                  <a:pt x="5617" y="25100"/>
                  <a:pt x="9342" y="26935"/>
                </a:cubicBezTo>
                <a:cubicBezTo>
                  <a:pt x="13308" y="28891"/>
                  <a:pt x="17504" y="30388"/>
                  <a:pt x="21415" y="32453"/>
                </a:cubicBezTo>
                <a:cubicBezTo>
                  <a:pt x="25337" y="34517"/>
                  <a:pt x="29052" y="37249"/>
                  <a:pt x="31346" y="41029"/>
                </a:cubicBezTo>
                <a:cubicBezTo>
                  <a:pt x="32941" y="43662"/>
                  <a:pt x="33771" y="46688"/>
                  <a:pt x="34350" y="49704"/>
                </a:cubicBezTo>
                <a:cubicBezTo>
                  <a:pt x="35072" y="53418"/>
                  <a:pt x="35727" y="57658"/>
                  <a:pt x="38874" y="59755"/>
                </a:cubicBezTo>
                <a:cubicBezTo>
                  <a:pt x="40273" y="60693"/>
                  <a:pt x="41967" y="61030"/>
                  <a:pt x="43666" y="61030"/>
                </a:cubicBezTo>
                <a:cubicBezTo>
                  <a:pt x="44302" y="61030"/>
                  <a:pt x="44938" y="60983"/>
                  <a:pt x="45560" y="60902"/>
                </a:cubicBezTo>
                <a:cubicBezTo>
                  <a:pt x="52924" y="59919"/>
                  <a:pt x="59446" y="54249"/>
                  <a:pt x="61446" y="47093"/>
                </a:cubicBezTo>
                <a:cubicBezTo>
                  <a:pt x="63314" y="40450"/>
                  <a:pt x="61435" y="33261"/>
                  <a:pt x="58266" y="27121"/>
                </a:cubicBezTo>
                <a:cubicBezTo>
                  <a:pt x="54475" y="19757"/>
                  <a:pt x="48750" y="13442"/>
                  <a:pt x="41922" y="8766"/>
                </a:cubicBezTo>
                <a:cubicBezTo>
                  <a:pt x="38382" y="6352"/>
                  <a:pt x="34558" y="4385"/>
                  <a:pt x="30527" y="2921"/>
                </a:cubicBezTo>
                <a:cubicBezTo>
                  <a:pt x="27336" y="1758"/>
                  <a:pt x="23343" y="1"/>
                  <a:pt x="198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 rot="-4805047">
            <a:off x="-448650" y="2586341"/>
            <a:ext cx="3994858" cy="5126466"/>
          </a:xfrm>
          <a:custGeom>
            <a:avLst/>
            <a:gdLst/>
            <a:ahLst/>
            <a:cxnLst/>
            <a:rect l="l" t="t" r="r" b="b"/>
            <a:pathLst>
              <a:path w="43768" h="56166" extrusionOk="0">
                <a:moveTo>
                  <a:pt x="24054" y="0"/>
                </a:moveTo>
                <a:cubicBezTo>
                  <a:pt x="22092" y="0"/>
                  <a:pt x="20084" y="480"/>
                  <a:pt x="18082" y="1557"/>
                </a:cubicBezTo>
                <a:cubicBezTo>
                  <a:pt x="16673" y="2311"/>
                  <a:pt x="15329" y="3250"/>
                  <a:pt x="14411" y="4561"/>
                </a:cubicBezTo>
                <a:cubicBezTo>
                  <a:pt x="12925" y="6670"/>
                  <a:pt x="12739" y="9434"/>
                  <a:pt x="12991" y="12002"/>
                </a:cubicBezTo>
                <a:cubicBezTo>
                  <a:pt x="13253" y="14580"/>
                  <a:pt x="13908" y="17115"/>
                  <a:pt x="13887" y="19693"/>
                </a:cubicBezTo>
                <a:cubicBezTo>
                  <a:pt x="13843" y="23047"/>
                  <a:pt x="12685" y="26303"/>
                  <a:pt x="10598" y="28925"/>
                </a:cubicBezTo>
                <a:cubicBezTo>
                  <a:pt x="9025" y="30881"/>
                  <a:pt x="6971" y="32410"/>
                  <a:pt x="5452" y="34410"/>
                </a:cubicBezTo>
                <a:cubicBezTo>
                  <a:pt x="0" y="41555"/>
                  <a:pt x="2917" y="51945"/>
                  <a:pt x="11297" y="55212"/>
                </a:cubicBezTo>
                <a:cubicBezTo>
                  <a:pt x="12979" y="55866"/>
                  <a:pt x="14767" y="56166"/>
                  <a:pt x="16565" y="56166"/>
                </a:cubicBezTo>
                <a:cubicBezTo>
                  <a:pt x="18820" y="56166"/>
                  <a:pt x="21092" y="55695"/>
                  <a:pt x="23195" y="54862"/>
                </a:cubicBezTo>
                <a:cubicBezTo>
                  <a:pt x="26975" y="53365"/>
                  <a:pt x="30231" y="50765"/>
                  <a:pt x="32995" y="47793"/>
                </a:cubicBezTo>
                <a:cubicBezTo>
                  <a:pt x="37289" y="43172"/>
                  <a:pt x="40490" y="37644"/>
                  <a:pt x="42358" y="31613"/>
                </a:cubicBezTo>
                <a:cubicBezTo>
                  <a:pt x="43199" y="28849"/>
                  <a:pt x="43768" y="25975"/>
                  <a:pt x="43713" y="23091"/>
                </a:cubicBezTo>
                <a:cubicBezTo>
                  <a:pt x="43520" y="13399"/>
                  <a:pt x="34421" y="0"/>
                  <a:pt x="240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870525" y="-498575"/>
            <a:ext cx="2127528" cy="2471228"/>
          </a:xfrm>
          <a:custGeom>
            <a:avLst/>
            <a:gdLst/>
            <a:ahLst/>
            <a:cxnLst/>
            <a:rect l="l" t="t" r="r" b="b"/>
            <a:pathLst>
              <a:path w="34782" h="40401" extrusionOk="0">
                <a:moveTo>
                  <a:pt x="27335" y="1"/>
                </a:moveTo>
                <a:cubicBezTo>
                  <a:pt x="21337" y="1"/>
                  <a:pt x="13261" y="3359"/>
                  <a:pt x="10708" y="5214"/>
                </a:cubicBezTo>
                <a:cubicBezTo>
                  <a:pt x="5420" y="9104"/>
                  <a:pt x="1793" y="14851"/>
                  <a:pt x="558" y="21297"/>
                </a:cubicBezTo>
                <a:cubicBezTo>
                  <a:pt x="88" y="23809"/>
                  <a:pt x="1" y="26421"/>
                  <a:pt x="634" y="28890"/>
                </a:cubicBezTo>
                <a:cubicBezTo>
                  <a:pt x="1661" y="32910"/>
                  <a:pt x="4589" y="36308"/>
                  <a:pt x="8195" y="38362"/>
                </a:cubicBezTo>
                <a:cubicBezTo>
                  <a:pt x="10396" y="39603"/>
                  <a:pt x="12905" y="40401"/>
                  <a:pt x="15423" y="40401"/>
                </a:cubicBezTo>
                <a:cubicBezTo>
                  <a:pt x="15942" y="40401"/>
                  <a:pt x="16461" y="40367"/>
                  <a:pt x="16979" y="40296"/>
                </a:cubicBezTo>
                <a:cubicBezTo>
                  <a:pt x="20005" y="39881"/>
                  <a:pt x="22911" y="38100"/>
                  <a:pt x="24299" y="35380"/>
                </a:cubicBezTo>
                <a:cubicBezTo>
                  <a:pt x="26069" y="31872"/>
                  <a:pt x="25140" y="27666"/>
                  <a:pt x="25523" y="23755"/>
                </a:cubicBezTo>
                <a:cubicBezTo>
                  <a:pt x="25839" y="20674"/>
                  <a:pt x="26987" y="17735"/>
                  <a:pt x="28844" y="15255"/>
                </a:cubicBezTo>
                <a:cubicBezTo>
                  <a:pt x="30898" y="12534"/>
                  <a:pt x="33902" y="10164"/>
                  <a:pt x="34252" y="6766"/>
                </a:cubicBezTo>
                <a:cubicBezTo>
                  <a:pt x="34782" y="1682"/>
                  <a:pt x="31578" y="1"/>
                  <a:pt x="2733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43566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45139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46712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/>
          <p:nvPr/>
        </p:nvSpPr>
        <p:spPr>
          <a:xfrm rot="4122990">
            <a:off x="7159659" y="-352922"/>
            <a:ext cx="3844910" cy="2419594"/>
          </a:xfrm>
          <a:custGeom>
            <a:avLst/>
            <a:gdLst/>
            <a:ahLst/>
            <a:cxnLst/>
            <a:rect l="l" t="t" r="r" b="b"/>
            <a:pathLst>
              <a:path w="28705" h="18064" extrusionOk="0">
                <a:moveTo>
                  <a:pt x="13915" y="0"/>
                </a:moveTo>
                <a:cubicBezTo>
                  <a:pt x="6664" y="0"/>
                  <a:pt x="0" y="4648"/>
                  <a:pt x="2505" y="13903"/>
                </a:cubicBezTo>
                <a:cubicBezTo>
                  <a:pt x="2953" y="15563"/>
                  <a:pt x="3871" y="17279"/>
                  <a:pt x="5488" y="17858"/>
                </a:cubicBezTo>
                <a:cubicBezTo>
                  <a:pt x="5892" y="18001"/>
                  <a:pt x="6298" y="18063"/>
                  <a:pt x="6705" y="18063"/>
                </a:cubicBezTo>
                <a:cubicBezTo>
                  <a:pt x="8492" y="18063"/>
                  <a:pt x="10289" y="16865"/>
                  <a:pt x="12043" y="16153"/>
                </a:cubicBezTo>
                <a:cubicBezTo>
                  <a:pt x="14123" y="15313"/>
                  <a:pt x="16377" y="15164"/>
                  <a:pt x="18640" y="15164"/>
                </a:cubicBezTo>
                <a:cubicBezTo>
                  <a:pt x="19586" y="15164"/>
                  <a:pt x="20534" y="15190"/>
                  <a:pt x="21471" y="15203"/>
                </a:cubicBezTo>
                <a:cubicBezTo>
                  <a:pt x="21539" y="15203"/>
                  <a:pt x="21608" y="15204"/>
                  <a:pt x="21676" y="15204"/>
                </a:cubicBezTo>
                <a:cubicBezTo>
                  <a:pt x="24069" y="15204"/>
                  <a:pt x="26856" y="14815"/>
                  <a:pt x="27950" y="12712"/>
                </a:cubicBezTo>
                <a:cubicBezTo>
                  <a:pt x="28704" y="11270"/>
                  <a:pt x="28354" y="9500"/>
                  <a:pt x="27677" y="8025"/>
                </a:cubicBezTo>
                <a:cubicBezTo>
                  <a:pt x="25242" y="2669"/>
                  <a:pt x="19410" y="0"/>
                  <a:pt x="1391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6631091" y="-604600"/>
            <a:ext cx="2116112" cy="2039775"/>
          </a:xfrm>
          <a:custGeom>
            <a:avLst/>
            <a:gdLst/>
            <a:ahLst/>
            <a:cxnLst/>
            <a:rect l="l" t="t" r="r" b="b"/>
            <a:pathLst>
              <a:path w="63314" h="61030" extrusionOk="0">
                <a:moveTo>
                  <a:pt x="19892" y="1"/>
                </a:moveTo>
                <a:cubicBezTo>
                  <a:pt x="19809" y="1"/>
                  <a:pt x="19727" y="2"/>
                  <a:pt x="19645" y="4"/>
                </a:cubicBezTo>
                <a:cubicBezTo>
                  <a:pt x="14510" y="157"/>
                  <a:pt x="9725" y="3293"/>
                  <a:pt x="6119" y="6712"/>
                </a:cubicBezTo>
                <a:cubicBezTo>
                  <a:pt x="2885" y="9771"/>
                  <a:pt x="1" y="14021"/>
                  <a:pt x="930" y="18370"/>
                </a:cubicBezTo>
                <a:cubicBezTo>
                  <a:pt x="1782" y="22423"/>
                  <a:pt x="5617" y="25100"/>
                  <a:pt x="9342" y="26935"/>
                </a:cubicBezTo>
                <a:cubicBezTo>
                  <a:pt x="13308" y="28891"/>
                  <a:pt x="17504" y="30388"/>
                  <a:pt x="21415" y="32453"/>
                </a:cubicBezTo>
                <a:cubicBezTo>
                  <a:pt x="25337" y="34517"/>
                  <a:pt x="29052" y="37249"/>
                  <a:pt x="31346" y="41029"/>
                </a:cubicBezTo>
                <a:cubicBezTo>
                  <a:pt x="32941" y="43662"/>
                  <a:pt x="33771" y="46688"/>
                  <a:pt x="34350" y="49704"/>
                </a:cubicBezTo>
                <a:cubicBezTo>
                  <a:pt x="35072" y="53418"/>
                  <a:pt x="35727" y="57658"/>
                  <a:pt x="38874" y="59755"/>
                </a:cubicBezTo>
                <a:cubicBezTo>
                  <a:pt x="40273" y="60693"/>
                  <a:pt x="41967" y="61030"/>
                  <a:pt x="43666" y="61030"/>
                </a:cubicBezTo>
                <a:cubicBezTo>
                  <a:pt x="44302" y="61030"/>
                  <a:pt x="44938" y="60983"/>
                  <a:pt x="45560" y="60902"/>
                </a:cubicBezTo>
                <a:cubicBezTo>
                  <a:pt x="52924" y="59919"/>
                  <a:pt x="59446" y="54249"/>
                  <a:pt x="61446" y="47093"/>
                </a:cubicBezTo>
                <a:cubicBezTo>
                  <a:pt x="63314" y="40450"/>
                  <a:pt x="61435" y="33261"/>
                  <a:pt x="58266" y="27121"/>
                </a:cubicBezTo>
                <a:cubicBezTo>
                  <a:pt x="54475" y="19757"/>
                  <a:pt x="48750" y="13442"/>
                  <a:pt x="41922" y="8766"/>
                </a:cubicBezTo>
                <a:cubicBezTo>
                  <a:pt x="38382" y="6352"/>
                  <a:pt x="34558" y="4385"/>
                  <a:pt x="30527" y="2921"/>
                </a:cubicBezTo>
                <a:cubicBezTo>
                  <a:pt x="27336" y="1758"/>
                  <a:pt x="23343" y="1"/>
                  <a:pt x="198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 rot="6300082">
            <a:off x="-956640" y="-1136509"/>
            <a:ext cx="2639286" cy="2544076"/>
          </a:xfrm>
          <a:custGeom>
            <a:avLst/>
            <a:gdLst/>
            <a:ahLst/>
            <a:cxnLst/>
            <a:rect l="l" t="t" r="r" b="b"/>
            <a:pathLst>
              <a:path w="63314" h="61030" extrusionOk="0">
                <a:moveTo>
                  <a:pt x="19892" y="1"/>
                </a:moveTo>
                <a:cubicBezTo>
                  <a:pt x="19809" y="1"/>
                  <a:pt x="19727" y="2"/>
                  <a:pt x="19645" y="4"/>
                </a:cubicBezTo>
                <a:cubicBezTo>
                  <a:pt x="14510" y="157"/>
                  <a:pt x="9725" y="3293"/>
                  <a:pt x="6119" y="6712"/>
                </a:cubicBezTo>
                <a:cubicBezTo>
                  <a:pt x="2885" y="9771"/>
                  <a:pt x="1" y="14021"/>
                  <a:pt x="930" y="18370"/>
                </a:cubicBezTo>
                <a:cubicBezTo>
                  <a:pt x="1782" y="22423"/>
                  <a:pt x="5617" y="25100"/>
                  <a:pt x="9342" y="26935"/>
                </a:cubicBezTo>
                <a:cubicBezTo>
                  <a:pt x="13308" y="28891"/>
                  <a:pt x="17504" y="30388"/>
                  <a:pt x="21415" y="32453"/>
                </a:cubicBezTo>
                <a:cubicBezTo>
                  <a:pt x="25337" y="34517"/>
                  <a:pt x="29052" y="37249"/>
                  <a:pt x="31346" y="41029"/>
                </a:cubicBezTo>
                <a:cubicBezTo>
                  <a:pt x="32941" y="43662"/>
                  <a:pt x="33771" y="46688"/>
                  <a:pt x="34350" y="49704"/>
                </a:cubicBezTo>
                <a:cubicBezTo>
                  <a:pt x="35072" y="53418"/>
                  <a:pt x="35727" y="57658"/>
                  <a:pt x="38874" y="59755"/>
                </a:cubicBezTo>
                <a:cubicBezTo>
                  <a:pt x="40273" y="60693"/>
                  <a:pt x="41967" y="61030"/>
                  <a:pt x="43666" y="61030"/>
                </a:cubicBezTo>
                <a:cubicBezTo>
                  <a:pt x="44302" y="61030"/>
                  <a:pt x="44938" y="60983"/>
                  <a:pt x="45560" y="60902"/>
                </a:cubicBezTo>
                <a:cubicBezTo>
                  <a:pt x="52924" y="59919"/>
                  <a:pt x="59446" y="54249"/>
                  <a:pt x="61446" y="47093"/>
                </a:cubicBezTo>
                <a:cubicBezTo>
                  <a:pt x="63314" y="40450"/>
                  <a:pt x="61435" y="33261"/>
                  <a:pt x="58266" y="27121"/>
                </a:cubicBezTo>
                <a:cubicBezTo>
                  <a:pt x="54475" y="19757"/>
                  <a:pt x="48750" y="13442"/>
                  <a:pt x="41922" y="8766"/>
                </a:cubicBezTo>
                <a:cubicBezTo>
                  <a:pt x="38382" y="6352"/>
                  <a:pt x="34558" y="4385"/>
                  <a:pt x="30527" y="2921"/>
                </a:cubicBezTo>
                <a:cubicBezTo>
                  <a:pt x="27336" y="1758"/>
                  <a:pt x="23343" y="1"/>
                  <a:pt x="1989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ONLY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/>
          <p:nvPr/>
        </p:nvSpPr>
        <p:spPr>
          <a:xfrm rot="8100000">
            <a:off x="6976684" y="-384464"/>
            <a:ext cx="2275859" cy="2627969"/>
          </a:xfrm>
          <a:custGeom>
            <a:avLst/>
            <a:gdLst/>
            <a:ahLst/>
            <a:cxnLst/>
            <a:rect l="l" t="t" r="r" b="b"/>
            <a:pathLst>
              <a:path w="49646" h="57327" extrusionOk="0">
                <a:moveTo>
                  <a:pt x="29268" y="0"/>
                </a:moveTo>
                <a:cubicBezTo>
                  <a:pt x="27037" y="0"/>
                  <a:pt x="24804" y="234"/>
                  <a:pt x="22605" y="706"/>
                </a:cubicBezTo>
                <a:cubicBezTo>
                  <a:pt x="19601" y="1340"/>
                  <a:pt x="16312" y="1941"/>
                  <a:pt x="13734" y="3711"/>
                </a:cubicBezTo>
                <a:cubicBezTo>
                  <a:pt x="9233" y="6803"/>
                  <a:pt x="5955" y="14024"/>
                  <a:pt x="3846" y="18886"/>
                </a:cubicBezTo>
                <a:cubicBezTo>
                  <a:pt x="1334" y="24666"/>
                  <a:pt x="1" y="30959"/>
                  <a:pt x="842" y="37252"/>
                </a:cubicBezTo>
                <a:cubicBezTo>
                  <a:pt x="1814" y="44495"/>
                  <a:pt x="5496" y="51695"/>
                  <a:pt x="11855" y="55279"/>
                </a:cubicBezTo>
                <a:cubicBezTo>
                  <a:pt x="14264" y="56640"/>
                  <a:pt x="17071" y="57326"/>
                  <a:pt x="19854" y="57326"/>
                </a:cubicBezTo>
                <a:cubicBezTo>
                  <a:pt x="24419" y="57326"/>
                  <a:pt x="28920" y="55482"/>
                  <a:pt x="31499" y="51750"/>
                </a:cubicBezTo>
                <a:cubicBezTo>
                  <a:pt x="36415" y="44637"/>
                  <a:pt x="33148" y="34062"/>
                  <a:pt x="38174" y="27026"/>
                </a:cubicBezTo>
                <a:cubicBezTo>
                  <a:pt x="41299" y="22644"/>
                  <a:pt x="47286" y="20274"/>
                  <a:pt x="48728" y="15084"/>
                </a:cubicBezTo>
                <a:cubicBezTo>
                  <a:pt x="49646" y="11795"/>
                  <a:pt x="48335" y="8168"/>
                  <a:pt x="45986" y="5710"/>
                </a:cubicBezTo>
                <a:cubicBezTo>
                  <a:pt x="43637" y="3241"/>
                  <a:pt x="40381" y="1810"/>
                  <a:pt x="37082" y="968"/>
                </a:cubicBezTo>
                <a:cubicBezTo>
                  <a:pt x="34518" y="325"/>
                  <a:pt x="31894" y="0"/>
                  <a:pt x="2926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7826200" y="1420619"/>
            <a:ext cx="2438420" cy="1429781"/>
          </a:xfrm>
          <a:custGeom>
            <a:avLst/>
            <a:gdLst/>
            <a:ahLst/>
            <a:cxnLst/>
            <a:rect l="l" t="t" r="r" b="b"/>
            <a:pathLst>
              <a:path w="38799" h="22750" extrusionOk="0">
                <a:moveTo>
                  <a:pt x="21596" y="1"/>
                </a:moveTo>
                <a:cubicBezTo>
                  <a:pt x="18432" y="1"/>
                  <a:pt x="15293" y="432"/>
                  <a:pt x="12143" y="432"/>
                </a:cubicBezTo>
                <a:cubicBezTo>
                  <a:pt x="11346" y="432"/>
                  <a:pt x="10548" y="404"/>
                  <a:pt x="9748" y="335"/>
                </a:cubicBezTo>
                <a:cubicBezTo>
                  <a:pt x="9073" y="277"/>
                  <a:pt x="8246" y="226"/>
                  <a:pt x="7363" y="226"/>
                </a:cubicBezTo>
                <a:cubicBezTo>
                  <a:pt x="4074" y="226"/>
                  <a:pt x="1" y="939"/>
                  <a:pt x="35" y="4694"/>
                </a:cubicBezTo>
                <a:cubicBezTo>
                  <a:pt x="46" y="6224"/>
                  <a:pt x="1128" y="7524"/>
                  <a:pt x="2133" y="8671"/>
                </a:cubicBezTo>
                <a:lnTo>
                  <a:pt x="8524" y="15915"/>
                </a:lnTo>
                <a:cubicBezTo>
                  <a:pt x="11015" y="18733"/>
                  <a:pt x="13758" y="21716"/>
                  <a:pt x="17429" y="22525"/>
                </a:cubicBezTo>
                <a:cubicBezTo>
                  <a:pt x="18129" y="22680"/>
                  <a:pt x="18838" y="22750"/>
                  <a:pt x="19549" y="22750"/>
                </a:cubicBezTo>
                <a:cubicBezTo>
                  <a:pt x="21332" y="22750"/>
                  <a:pt x="23124" y="22311"/>
                  <a:pt x="24803" y="21694"/>
                </a:cubicBezTo>
                <a:cubicBezTo>
                  <a:pt x="29643" y="19913"/>
                  <a:pt x="33839" y="16712"/>
                  <a:pt x="36821" y="12506"/>
                </a:cubicBezTo>
                <a:cubicBezTo>
                  <a:pt x="37881" y="11020"/>
                  <a:pt x="38799" y="9228"/>
                  <a:pt x="38395" y="7458"/>
                </a:cubicBezTo>
                <a:cubicBezTo>
                  <a:pt x="38067" y="6049"/>
                  <a:pt x="36963" y="4967"/>
                  <a:pt x="35794" y="4104"/>
                </a:cubicBezTo>
                <a:cubicBezTo>
                  <a:pt x="32233" y="1482"/>
                  <a:pt x="27775" y="313"/>
                  <a:pt x="23361" y="51"/>
                </a:cubicBezTo>
                <a:cubicBezTo>
                  <a:pt x="22772" y="16"/>
                  <a:pt x="22183" y="1"/>
                  <a:pt x="2159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/>
          </p:nvPr>
        </p:nvSpPr>
        <p:spPr>
          <a:xfrm>
            <a:off x="1786288" y="2102850"/>
            <a:ext cx="24384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1786288" y="2366647"/>
            <a:ext cx="24384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43566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45139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46712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3" hasCustomPrompt="1"/>
          </p:nvPr>
        </p:nvSpPr>
        <p:spPr>
          <a:xfrm>
            <a:off x="1786288" y="1490550"/>
            <a:ext cx="2438400" cy="6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4"/>
          </p:nvPr>
        </p:nvSpPr>
        <p:spPr>
          <a:xfrm>
            <a:off x="1786288" y="3708900"/>
            <a:ext cx="24384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5"/>
          </p:nvPr>
        </p:nvSpPr>
        <p:spPr>
          <a:xfrm>
            <a:off x="1786288" y="3972697"/>
            <a:ext cx="24384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6" hasCustomPrompt="1"/>
          </p:nvPr>
        </p:nvSpPr>
        <p:spPr>
          <a:xfrm>
            <a:off x="1786288" y="3096600"/>
            <a:ext cx="2438400" cy="6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7"/>
          </p:nvPr>
        </p:nvSpPr>
        <p:spPr>
          <a:xfrm>
            <a:off x="4919313" y="2102850"/>
            <a:ext cx="24384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8"/>
          </p:nvPr>
        </p:nvSpPr>
        <p:spPr>
          <a:xfrm>
            <a:off x="4919313" y="2366647"/>
            <a:ext cx="24384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9" hasCustomPrompt="1"/>
          </p:nvPr>
        </p:nvSpPr>
        <p:spPr>
          <a:xfrm>
            <a:off x="4919313" y="1490550"/>
            <a:ext cx="2438400" cy="6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3"/>
          </p:nvPr>
        </p:nvSpPr>
        <p:spPr>
          <a:xfrm>
            <a:off x="4919313" y="3708900"/>
            <a:ext cx="24384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4"/>
          </p:nvPr>
        </p:nvSpPr>
        <p:spPr>
          <a:xfrm>
            <a:off x="4919313" y="3972697"/>
            <a:ext cx="24384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5" hasCustomPrompt="1"/>
          </p:nvPr>
        </p:nvSpPr>
        <p:spPr>
          <a:xfrm>
            <a:off x="4919313" y="3096600"/>
            <a:ext cx="2438400" cy="6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/>
          <p:nvPr/>
        </p:nvSpPr>
        <p:spPr>
          <a:xfrm rot="-2198493">
            <a:off x="-832604" y="1517377"/>
            <a:ext cx="2323178" cy="2682610"/>
          </a:xfrm>
          <a:custGeom>
            <a:avLst/>
            <a:gdLst/>
            <a:ahLst/>
            <a:cxnLst/>
            <a:rect l="l" t="t" r="r" b="b"/>
            <a:pathLst>
              <a:path w="49646" h="57327" extrusionOk="0">
                <a:moveTo>
                  <a:pt x="29268" y="0"/>
                </a:moveTo>
                <a:cubicBezTo>
                  <a:pt x="27037" y="0"/>
                  <a:pt x="24804" y="234"/>
                  <a:pt x="22605" y="706"/>
                </a:cubicBezTo>
                <a:cubicBezTo>
                  <a:pt x="19601" y="1340"/>
                  <a:pt x="16312" y="1941"/>
                  <a:pt x="13734" y="3711"/>
                </a:cubicBezTo>
                <a:cubicBezTo>
                  <a:pt x="9233" y="6803"/>
                  <a:pt x="5955" y="14024"/>
                  <a:pt x="3846" y="18886"/>
                </a:cubicBezTo>
                <a:cubicBezTo>
                  <a:pt x="1334" y="24666"/>
                  <a:pt x="1" y="30959"/>
                  <a:pt x="842" y="37252"/>
                </a:cubicBezTo>
                <a:cubicBezTo>
                  <a:pt x="1814" y="44495"/>
                  <a:pt x="5496" y="51695"/>
                  <a:pt x="11855" y="55279"/>
                </a:cubicBezTo>
                <a:cubicBezTo>
                  <a:pt x="14264" y="56640"/>
                  <a:pt x="17071" y="57326"/>
                  <a:pt x="19854" y="57326"/>
                </a:cubicBezTo>
                <a:cubicBezTo>
                  <a:pt x="24419" y="57326"/>
                  <a:pt x="28920" y="55482"/>
                  <a:pt x="31499" y="51750"/>
                </a:cubicBezTo>
                <a:cubicBezTo>
                  <a:pt x="36415" y="44637"/>
                  <a:pt x="33148" y="34062"/>
                  <a:pt x="38174" y="27026"/>
                </a:cubicBezTo>
                <a:cubicBezTo>
                  <a:pt x="41299" y="22644"/>
                  <a:pt x="47286" y="20274"/>
                  <a:pt x="48728" y="15084"/>
                </a:cubicBezTo>
                <a:cubicBezTo>
                  <a:pt x="49646" y="11795"/>
                  <a:pt x="48335" y="8168"/>
                  <a:pt x="45986" y="5710"/>
                </a:cubicBezTo>
                <a:cubicBezTo>
                  <a:pt x="43637" y="3241"/>
                  <a:pt x="40381" y="1810"/>
                  <a:pt x="37082" y="968"/>
                </a:cubicBezTo>
                <a:cubicBezTo>
                  <a:pt x="34518" y="325"/>
                  <a:pt x="31894" y="0"/>
                  <a:pt x="2926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-427750" y="2978950"/>
            <a:ext cx="1746888" cy="2357125"/>
          </a:xfrm>
          <a:custGeom>
            <a:avLst/>
            <a:gdLst/>
            <a:ahLst/>
            <a:cxnLst/>
            <a:rect l="l" t="t" r="r" b="b"/>
            <a:pathLst>
              <a:path w="17110" h="23087" extrusionOk="0">
                <a:moveTo>
                  <a:pt x="11060" y="0"/>
                </a:moveTo>
                <a:cubicBezTo>
                  <a:pt x="8458" y="0"/>
                  <a:pt x="4658" y="1566"/>
                  <a:pt x="3223" y="2864"/>
                </a:cubicBezTo>
                <a:cubicBezTo>
                  <a:pt x="252" y="5519"/>
                  <a:pt x="0" y="12336"/>
                  <a:pt x="732" y="15865"/>
                </a:cubicBezTo>
                <a:cubicBezTo>
                  <a:pt x="1322" y="18750"/>
                  <a:pt x="3136" y="21525"/>
                  <a:pt x="5878" y="22606"/>
                </a:cubicBezTo>
                <a:cubicBezTo>
                  <a:pt x="6704" y="22933"/>
                  <a:pt x="7578" y="23086"/>
                  <a:pt x="8457" y="23086"/>
                </a:cubicBezTo>
                <a:cubicBezTo>
                  <a:pt x="10604" y="23086"/>
                  <a:pt x="12780" y="22176"/>
                  <a:pt x="14346" y="20673"/>
                </a:cubicBezTo>
                <a:cubicBezTo>
                  <a:pt x="15241" y="19809"/>
                  <a:pt x="15973" y="18739"/>
                  <a:pt x="16279" y="17526"/>
                </a:cubicBezTo>
                <a:cubicBezTo>
                  <a:pt x="17110" y="14248"/>
                  <a:pt x="14651" y="11047"/>
                  <a:pt x="14422" y="7671"/>
                </a:cubicBezTo>
                <a:cubicBezTo>
                  <a:pt x="14335" y="6371"/>
                  <a:pt x="14586" y="5071"/>
                  <a:pt x="14520" y="3771"/>
                </a:cubicBezTo>
                <a:cubicBezTo>
                  <a:pt x="14444" y="2482"/>
                  <a:pt x="13985" y="1094"/>
                  <a:pt x="12882" y="406"/>
                </a:cubicBezTo>
                <a:cubicBezTo>
                  <a:pt x="12419" y="122"/>
                  <a:pt x="11786" y="0"/>
                  <a:pt x="110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623750" y="4420925"/>
            <a:ext cx="1244959" cy="1141771"/>
          </a:xfrm>
          <a:custGeom>
            <a:avLst/>
            <a:gdLst/>
            <a:ahLst/>
            <a:cxnLst/>
            <a:rect l="l" t="t" r="r" b="b"/>
            <a:pathLst>
              <a:path w="15624" h="14329" extrusionOk="0">
                <a:moveTo>
                  <a:pt x="8358" y="1"/>
                </a:moveTo>
                <a:cubicBezTo>
                  <a:pt x="5891" y="1"/>
                  <a:pt x="2866" y="476"/>
                  <a:pt x="1694" y="1253"/>
                </a:cubicBezTo>
                <a:cubicBezTo>
                  <a:pt x="459" y="2061"/>
                  <a:pt x="0" y="3700"/>
                  <a:pt x="230" y="5153"/>
                </a:cubicBezTo>
                <a:cubicBezTo>
                  <a:pt x="448" y="6595"/>
                  <a:pt x="1235" y="7895"/>
                  <a:pt x="2065" y="9097"/>
                </a:cubicBezTo>
                <a:cubicBezTo>
                  <a:pt x="3201" y="10736"/>
                  <a:pt x="4502" y="12331"/>
                  <a:pt x="6228" y="13347"/>
                </a:cubicBezTo>
                <a:cubicBezTo>
                  <a:pt x="7260" y="13959"/>
                  <a:pt x="8475" y="14329"/>
                  <a:pt x="9667" y="14329"/>
                </a:cubicBezTo>
                <a:cubicBezTo>
                  <a:pt x="10455" y="14329"/>
                  <a:pt x="11233" y="14167"/>
                  <a:pt x="11942" y="13806"/>
                </a:cubicBezTo>
                <a:cubicBezTo>
                  <a:pt x="13329" y="13107"/>
                  <a:pt x="14302" y="11719"/>
                  <a:pt x="14728" y="10222"/>
                </a:cubicBezTo>
                <a:cubicBezTo>
                  <a:pt x="15624" y="7120"/>
                  <a:pt x="14739" y="1515"/>
                  <a:pt x="11188" y="324"/>
                </a:cubicBezTo>
                <a:cubicBezTo>
                  <a:pt x="10524" y="103"/>
                  <a:pt x="9501" y="1"/>
                  <a:pt x="83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">
  <p:cSld name="TITLE_ONLY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 idx="2"/>
          </p:nvPr>
        </p:nvSpPr>
        <p:spPr>
          <a:xfrm>
            <a:off x="963099" y="17190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963100" y="1990901"/>
            <a:ext cx="2216700" cy="7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3566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5139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6712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3"/>
          </p:nvPr>
        </p:nvSpPr>
        <p:spPr>
          <a:xfrm>
            <a:off x="3463649" y="17190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4"/>
          </p:nvPr>
        </p:nvSpPr>
        <p:spPr>
          <a:xfrm>
            <a:off x="3463650" y="1990901"/>
            <a:ext cx="2216700" cy="7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5"/>
          </p:nvPr>
        </p:nvSpPr>
        <p:spPr>
          <a:xfrm>
            <a:off x="5964199" y="17190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subTitle" idx="6"/>
          </p:nvPr>
        </p:nvSpPr>
        <p:spPr>
          <a:xfrm>
            <a:off x="5964200" y="1990901"/>
            <a:ext cx="2216700" cy="7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title" idx="7"/>
          </p:nvPr>
        </p:nvSpPr>
        <p:spPr>
          <a:xfrm>
            <a:off x="963099" y="29951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8"/>
          </p:nvPr>
        </p:nvSpPr>
        <p:spPr>
          <a:xfrm>
            <a:off x="963100" y="3267001"/>
            <a:ext cx="2216700" cy="7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title" idx="9"/>
          </p:nvPr>
        </p:nvSpPr>
        <p:spPr>
          <a:xfrm>
            <a:off x="3463649" y="29951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subTitle" idx="13"/>
          </p:nvPr>
        </p:nvSpPr>
        <p:spPr>
          <a:xfrm>
            <a:off x="3463650" y="3267001"/>
            <a:ext cx="2216700" cy="7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title" idx="14"/>
          </p:nvPr>
        </p:nvSpPr>
        <p:spPr>
          <a:xfrm>
            <a:off x="5964199" y="29951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subTitle" idx="15"/>
          </p:nvPr>
        </p:nvSpPr>
        <p:spPr>
          <a:xfrm>
            <a:off x="5964200" y="3267001"/>
            <a:ext cx="2216700" cy="7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-802325" y="3622850"/>
            <a:ext cx="7267126" cy="3326016"/>
          </a:xfrm>
          <a:custGeom>
            <a:avLst/>
            <a:gdLst/>
            <a:ahLst/>
            <a:cxnLst/>
            <a:rect l="l" t="t" r="r" b="b"/>
            <a:pathLst>
              <a:path w="77386" h="35418" extrusionOk="0">
                <a:moveTo>
                  <a:pt x="9118" y="0"/>
                </a:moveTo>
                <a:cubicBezTo>
                  <a:pt x="8417" y="0"/>
                  <a:pt x="7719" y="80"/>
                  <a:pt x="7048" y="276"/>
                </a:cubicBezTo>
                <a:cubicBezTo>
                  <a:pt x="1" y="2341"/>
                  <a:pt x="3792" y="9901"/>
                  <a:pt x="6076" y="14064"/>
                </a:cubicBezTo>
                <a:cubicBezTo>
                  <a:pt x="7987" y="17527"/>
                  <a:pt x="10795" y="20412"/>
                  <a:pt x="13778" y="23012"/>
                </a:cubicBezTo>
                <a:cubicBezTo>
                  <a:pt x="17547" y="26290"/>
                  <a:pt x="21677" y="29174"/>
                  <a:pt x="26200" y="31261"/>
                </a:cubicBezTo>
                <a:cubicBezTo>
                  <a:pt x="32498" y="34160"/>
                  <a:pt x="39402" y="35417"/>
                  <a:pt x="46355" y="35417"/>
                </a:cubicBezTo>
                <a:cubicBezTo>
                  <a:pt x="50981" y="35417"/>
                  <a:pt x="55629" y="34861"/>
                  <a:pt x="60134" y="33861"/>
                </a:cubicBezTo>
                <a:cubicBezTo>
                  <a:pt x="65980" y="32561"/>
                  <a:pt x="72251" y="30059"/>
                  <a:pt x="74829" y="24651"/>
                </a:cubicBezTo>
                <a:cubicBezTo>
                  <a:pt x="77386" y="19297"/>
                  <a:pt x="74906" y="12119"/>
                  <a:pt x="69585" y="9486"/>
                </a:cubicBezTo>
                <a:cubicBezTo>
                  <a:pt x="67586" y="8492"/>
                  <a:pt x="65335" y="8099"/>
                  <a:pt x="63095" y="8055"/>
                </a:cubicBezTo>
                <a:cubicBezTo>
                  <a:pt x="62924" y="8051"/>
                  <a:pt x="62754" y="8050"/>
                  <a:pt x="62583" y="8050"/>
                </a:cubicBezTo>
                <a:cubicBezTo>
                  <a:pt x="57191" y="8050"/>
                  <a:pt x="51934" y="9844"/>
                  <a:pt x="46554" y="10459"/>
                </a:cubicBezTo>
                <a:cubicBezTo>
                  <a:pt x="45177" y="10614"/>
                  <a:pt x="43797" y="10691"/>
                  <a:pt x="42420" y="10691"/>
                </a:cubicBezTo>
                <a:cubicBezTo>
                  <a:pt x="37196" y="10691"/>
                  <a:pt x="32015" y="9583"/>
                  <a:pt x="27216" y="7421"/>
                </a:cubicBezTo>
                <a:cubicBezTo>
                  <a:pt x="21906" y="5018"/>
                  <a:pt x="17077" y="1325"/>
                  <a:pt x="11352" y="232"/>
                </a:cubicBezTo>
                <a:cubicBezTo>
                  <a:pt x="10620" y="92"/>
                  <a:pt x="9866" y="0"/>
                  <a:pt x="911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424400" y="4358775"/>
            <a:ext cx="2216706" cy="1746430"/>
          </a:xfrm>
          <a:custGeom>
            <a:avLst/>
            <a:gdLst/>
            <a:ahLst/>
            <a:cxnLst/>
            <a:rect l="l" t="t" r="r" b="b"/>
            <a:pathLst>
              <a:path w="10238" h="8066" extrusionOk="0">
                <a:moveTo>
                  <a:pt x="5570" y="0"/>
                </a:moveTo>
                <a:cubicBezTo>
                  <a:pt x="4215" y="0"/>
                  <a:pt x="2810" y="534"/>
                  <a:pt x="1825" y="1409"/>
                </a:cubicBezTo>
                <a:cubicBezTo>
                  <a:pt x="568" y="2523"/>
                  <a:pt x="0" y="4184"/>
                  <a:pt x="1082" y="6030"/>
                </a:cubicBezTo>
                <a:cubicBezTo>
                  <a:pt x="1846" y="7319"/>
                  <a:pt x="3352" y="8066"/>
                  <a:pt x="4858" y="8066"/>
                </a:cubicBezTo>
                <a:cubicBezTo>
                  <a:pt x="5075" y="8066"/>
                  <a:pt x="5292" y="8050"/>
                  <a:pt x="5507" y="8018"/>
                </a:cubicBezTo>
                <a:cubicBezTo>
                  <a:pt x="7200" y="7767"/>
                  <a:pt x="8686" y="6609"/>
                  <a:pt x="9538" y="5123"/>
                </a:cubicBezTo>
                <a:cubicBezTo>
                  <a:pt x="9953" y="4402"/>
                  <a:pt x="10237" y="3550"/>
                  <a:pt x="10052" y="2741"/>
                </a:cubicBezTo>
                <a:cubicBezTo>
                  <a:pt x="9746" y="1430"/>
                  <a:pt x="8358" y="709"/>
                  <a:pt x="7091" y="250"/>
                </a:cubicBezTo>
                <a:cubicBezTo>
                  <a:pt x="6610" y="80"/>
                  <a:pt x="6094" y="0"/>
                  <a:pt x="55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4"/>
          <p:cNvSpPr/>
          <p:nvPr/>
        </p:nvSpPr>
        <p:spPr>
          <a:xfrm rot="-7494708">
            <a:off x="6652476" y="3361969"/>
            <a:ext cx="2330085" cy="3511563"/>
          </a:xfrm>
          <a:custGeom>
            <a:avLst/>
            <a:gdLst/>
            <a:ahLst/>
            <a:cxnLst/>
            <a:rect l="l" t="t" r="r" b="b"/>
            <a:pathLst>
              <a:path w="34782" h="40401" extrusionOk="0">
                <a:moveTo>
                  <a:pt x="27335" y="1"/>
                </a:moveTo>
                <a:cubicBezTo>
                  <a:pt x="21337" y="1"/>
                  <a:pt x="13261" y="3359"/>
                  <a:pt x="10708" y="5214"/>
                </a:cubicBezTo>
                <a:cubicBezTo>
                  <a:pt x="5420" y="9104"/>
                  <a:pt x="1793" y="14851"/>
                  <a:pt x="558" y="21297"/>
                </a:cubicBezTo>
                <a:cubicBezTo>
                  <a:pt x="88" y="23809"/>
                  <a:pt x="1" y="26421"/>
                  <a:pt x="634" y="28890"/>
                </a:cubicBezTo>
                <a:cubicBezTo>
                  <a:pt x="1661" y="32910"/>
                  <a:pt x="4589" y="36308"/>
                  <a:pt x="8195" y="38362"/>
                </a:cubicBezTo>
                <a:cubicBezTo>
                  <a:pt x="10396" y="39603"/>
                  <a:pt x="12905" y="40401"/>
                  <a:pt x="15423" y="40401"/>
                </a:cubicBezTo>
                <a:cubicBezTo>
                  <a:pt x="15942" y="40401"/>
                  <a:pt x="16461" y="40367"/>
                  <a:pt x="16979" y="40296"/>
                </a:cubicBezTo>
                <a:cubicBezTo>
                  <a:pt x="20005" y="39881"/>
                  <a:pt x="22911" y="38100"/>
                  <a:pt x="24299" y="35380"/>
                </a:cubicBezTo>
                <a:cubicBezTo>
                  <a:pt x="26069" y="31872"/>
                  <a:pt x="25140" y="27666"/>
                  <a:pt x="25523" y="23755"/>
                </a:cubicBezTo>
                <a:cubicBezTo>
                  <a:pt x="25839" y="20674"/>
                  <a:pt x="26987" y="17735"/>
                  <a:pt x="28844" y="15255"/>
                </a:cubicBezTo>
                <a:cubicBezTo>
                  <a:pt x="30898" y="12534"/>
                  <a:pt x="33902" y="10164"/>
                  <a:pt x="34252" y="6766"/>
                </a:cubicBezTo>
                <a:cubicBezTo>
                  <a:pt x="34782" y="1682"/>
                  <a:pt x="31578" y="1"/>
                  <a:pt x="2733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TITLE_ONLY_1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2"/>
          </p:nvPr>
        </p:nvSpPr>
        <p:spPr>
          <a:xfrm>
            <a:off x="963099" y="30906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1"/>
          </p:nvPr>
        </p:nvSpPr>
        <p:spPr>
          <a:xfrm>
            <a:off x="963100" y="3438700"/>
            <a:ext cx="2216700" cy="9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43566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5139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46712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title" idx="3"/>
          </p:nvPr>
        </p:nvSpPr>
        <p:spPr>
          <a:xfrm>
            <a:off x="3463649" y="30906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subTitle" idx="4"/>
          </p:nvPr>
        </p:nvSpPr>
        <p:spPr>
          <a:xfrm>
            <a:off x="3463651" y="3438700"/>
            <a:ext cx="2216700" cy="9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title" idx="5"/>
          </p:nvPr>
        </p:nvSpPr>
        <p:spPr>
          <a:xfrm>
            <a:off x="5964199" y="3090629"/>
            <a:ext cx="22167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subTitle" idx="6"/>
          </p:nvPr>
        </p:nvSpPr>
        <p:spPr>
          <a:xfrm>
            <a:off x="5964200" y="3438700"/>
            <a:ext cx="2216700" cy="9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 1">
  <p:cSld name="TITLE_ONLY_1_1_2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title" idx="2"/>
          </p:nvPr>
        </p:nvSpPr>
        <p:spPr>
          <a:xfrm>
            <a:off x="788738" y="1566625"/>
            <a:ext cx="25131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1"/>
          </p:nvPr>
        </p:nvSpPr>
        <p:spPr>
          <a:xfrm>
            <a:off x="788738" y="1838499"/>
            <a:ext cx="251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43566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45139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46712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title" idx="3"/>
          </p:nvPr>
        </p:nvSpPr>
        <p:spPr>
          <a:xfrm>
            <a:off x="788738" y="2614127"/>
            <a:ext cx="25131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subTitle" idx="4"/>
          </p:nvPr>
        </p:nvSpPr>
        <p:spPr>
          <a:xfrm>
            <a:off x="788738" y="2886000"/>
            <a:ext cx="251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 idx="5"/>
          </p:nvPr>
        </p:nvSpPr>
        <p:spPr>
          <a:xfrm>
            <a:off x="788738" y="3661627"/>
            <a:ext cx="25131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ubTitle" idx="6"/>
          </p:nvPr>
        </p:nvSpPr>
        <p:spPr>
          <a:xfrm>
            <a:off x="788738" y="3933500"/>
            <a:ext cx="251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title" idx="7"/>
          </p:nvPr>
        </p:nvSpPr>
        <p:spPr>
          <a:xfrm>
            <a:off x="5842163" y="1566625"/>
            <a:ext cx="25131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subTitle" idx="8"/>
          </p:nvPr>
        </p:nvSpPr>
        <p:spPr>
          <a:xfrm>
            <a:off x="5842163" y="1838499"/>
            <a:ext cx="251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title" idx="9"/>
          </p:nvPr>
        </p:nvSpPr>
        <p:spPr>
          <a:xfrm>
            <a:off x="5842163" y="2614127"/>
            <a:ext cx="25131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13"/>
          </p:nvPr>
        </p:nvSpPr>
        <p:spPr>
          <a:xfrm>
            <a:off x="5842163" y="2886000"/>
            <a:ext cx="251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 idx="14"/>
          </p:nvPr>
        </p:nvSpPr>
        <p:spPr>
          <a:xfrm>
            <a:off x="5842163" y="3661627"/>
            <a:ext cx="25131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subTitle" idx="15"/>
          </p:nvPr>
        </p:nvSpPr>
        <p:spPr>
          <a:xfrm>
            <a:off x="5842163" y="3933500"/>
            <a:ext cx="251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">
  <p:cSld name="TITLE_ONLY_1_1_2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title" idx="2"/>
          </p:nvPr>
        </p:nvSpPr>
        <p:spPr>
          <a:xfrm>
            <a:off x="980048" y="2559200"/>
            <a:ext cx="21564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subTitle" idx="1"/>
          </p:nvPr>
        </p:nvSpPr>
        <p:spPr>
          <a:xfrm>
            <a:off x="862300" y="1677950"/>
            <a:ext cx="2391900" cy="9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43566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45139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46712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title" idx="3"/>
          </p:nvPr>
        </p:nvSpPr>
        <p:spPr>
          <a:xfrm>
            <a:off x="980048" y="4125875"/>
            <a:ext cx="21564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4"/>
          </p:nvPr>
        </p:nvSpPr>
        <p:spPr>
          <a:xfrm>
            <a:off x="862300" y="3244625"/>
            <a:ext cx="2391900" cy="9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title" idx="5"/>
          </p:nvPr>
        </p:nvSpPr>
        <p:spPr>
          <a:xfrm>
            <a:off x="3660198" y="2559200"/>
            <a:ext cx="21564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6"/>
          </p:nvPr>
        </p:nvSpPr>
        <p:spPr>
          <a:xfrm>
            <a:off x="3542450" y="1677950"/>
            <a:ext cx="2391900" cy="9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title" idx="7"/>
          </p:nvPr>
        </p:nvSpPr>
        <p:spPr>
          <a:xfrm>
            <a:off x="3660198" y="4125875"/>
            <a:ext cx="21564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8"/>
          </p:nvPr>
        </p:nvSpPr>
        <p:spPr>
          <a:xfrm>
            <a:off x="3542450" y="3244625"/>
            <a:ext cx="2391900" cy="9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TITLE_ONLY_2_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43566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45139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46712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9"/>
          <p:cNvSpPr/>
          <p:nvPr/>
        </p:nvSpPr>
        <p:spPr>
          <a:xfrm rot="2700000">
            <a:off x="-1021452" y="-1303824"/>
            <a:ext cx="2098624" cy="2875588"/>
          </a:xfrm>
          <a:custGeom>
            <a:avLst/>
            <a:gdLst/>
            <a:ahLst/>
            <a:cxnLst/>
            <a:rect l="l" t="t" r="r" b="b"/>
            <a:pathLst>
              <a:path w="11755" h="16107" extrusionOk="0">
                <a:moveTo>
                  <a:pt x="4723" y="0"/>
                </a:moveTo>
                <a:cubicBezTo>
                  <a:pt x="679" y="0"/>
                  <a:pt x="0" y="9466"/>
                  <a:pt x="1441" y="12310"/>
                </a:cubicBezTo>
                <a:cubicBezTo>
                  <a:pt x="2483" y="14342"/>
                  <a:pt x="4497" y="16106"/>
                  <a:pt x="6744" y="16106"/>
                </a:cubicBezTo>
                <a:cubicBezTo>
                  <a:pt x="6902" y="16106"/>
                  <a:pt x="7061" y="16098"/>
                  <a:pt x="7221" y="16080"/>
                </a:cubicBezTo>
                <a:cubicBezTo>
                  <a:pt x="9843" y="15774"/>
                  <a:pt x="11657" y="12999"/>
                  <a:pt x="11700" y="10355"/>
                </a:cubicBezTo>
                <a:cubicBezTo>
                  <a:pt x="11755" y="7711"/>
                  <a:pt x="10455" y="5231"/>
                  <a:pt x="8980" y="3024"/>
                </a:cubicBezTo>
                <a:cubicBezTo>
                  <a:pt x="8466" y="2259"/>
                  <a:pt x="7920" y="1505"/>
                  <a:pt x="7166" y="959"/>
                </a:cubicBezTo>
                <a:cubicBezTo>
                  <a:pt x="6244" y="291"/>
                  <a:pt x="5432" y="0"/>
                  <a:pt x="472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ONE_COLUMN_TEXT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43566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45139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4671250" y="865325"/>
            <a:ext cx="116100" cy="116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title" idx="2"/>
          </p:nvPr>
        </p:nvSpPr>
        <p:spPr>
          <a:xfrm>
            <a:off x="1346073" y="2924325"/>
            <a:ext cx="26115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1"/>
          </p:nvPr>
        </p:nvSpPr>
        <p:spPr>
          <a:xfrm>
            <a:off x="1346073" y="3272400"/>
            <a:ext cx="2611500" cy="12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title" idx="3"/>
          </p:nvPr>
        </p:nvSpPr>
        <p:spPr>
          <a:xfrm>
            <a:off x="5186427" y="2924325"/>
            <a:ext cx="26115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subTitle" idx="4"/>
          </p:nvPr>
        </p:nvSpPr>
        <p:spPr>
          <a:xfrm>
            <a:off x="5186423" y="3272400"/>
            <a:ext cx="2611500" cy="12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-1550264" y="2832725"/>
            <a:ext cx="3649829" cy="3892121"/>
          </a:xfrm>
          <a:custGeom>
            <a:avLst/>
            <a:gdLst/>
            <a:ahLst/>
            <a:cxnLst/>
            <a:rect l="l" t="t" r="r" b="b"/>
            <a:pathLst>
              <a:path w="37825" h="40336" extrusionOk="0">
                <a:moveTo>
                  <a:pt x="16838" y="0"/>
                </a:moveTo>
                <a:cubicBezTo>
                  <a:pt x="13194" y="0"/>
                  <a:pt x="8859" y="2850"/>
                  <a:pt x="6894" y="4923"/>
                </a:cubicBezTo>
                <a:cubicBezTo>
                  <a:pt x="1978" y="10123"/>
                  <a:pt x="1" y="17946"/>
                  <a:pt x="1858" y="24851"/>
                </a:cubicBezTo>
                <a:cubicBezTo>
                  <a:pt x="3726" y="31767"/>
                  <a:pt x="9353" y="37535"/>
                  <a:pt x="16225" y="39568"/>
                </a:cubicBezTo>
                <a:cubicBezTo>
                  <a:pt x="17945" y="40075"/>
                  <a:pt x="19757" y="40336"/>
                  <a:pt x="21564" y="40336"/>
                </a:cubicBezTo>
                <a:cubicBezTo>
                  <a:pt x="25517" y="40336"/>
                  <a:pt x="29445" y="39086"/>
                  <a:pt x="32340" y="36432"/>
                </a:cubicBezTo>
                <a:cubicBezTo>
                  <a:pt x="36546" y="32553"/>
                  <a:pt x="37824" y="25506"/>
                  <a:pt x="34437" y="20885"/>
                </a:cubicBezTo>
                <a:cubicBezTo>
                  <a:pt x="32252" y="17902"/>
                  <a:pt x="28658" y="16318"/>
                  <a:pt x="25992" y="13762"/>
                </a:cubicBezTo>
                <a:cubicBezTo>
                  <a:pt x="23960" y="11806"/>
                  <a:pt x="22452" y="9260"/>
                  <a:pt x="21873" y="6496"/>
                </a:cubicBezTo>
                <a:cubicBezTo>
                  <a:pt x="21545" y="4978"/>
                  <a:pt x="21873" y="2978"/>
                  <a:pt x="20781" y="1711"/>
                </a:cubicBezTo>
                <a:cubicBezTo>
                  <a:pt x="19728" y="485"/>
                  <a:pt x="18342" y="0"/>
                  <a:pt x="1683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 rot="-3953611">
            <a:off x="6364550" y="-1766776"/>
            <a:ext cx="3656052" cy="4691503"/>
          </a:xfrm>
          <a:custGeom>
            <a:avLst/>
            <a:gdLst/>
            <a:ahLst/>
            <a:cxnLst/>
            <a:rect l="l" t="t" r="r" b="b"/>
            <a:pathLst>
              <a:path w="43768" h="56166" extrusionOk="0">
                <a:moveTo>
                  <a:pt x="24054" y="0"/>
                </a:moveTo>
                <a:cubicBezTo>
                  <a:pt x="22092" y="0"/>
                  <a:pt x="20084" y="480"/>
                  <a:pt x="18082" y="1557"/>
                </a:cubicBezTo>
                <a:cubicBezTo>
                  <a:pt x="16673" y="2311"/>
                  <a:pt x="15329" y="3250"/>
                  <a:pt x="14411" y="4561"/>
                </a:cubicBezTo>
                <a:cubicBezTo>
                  <a:pt x="12925" y="6670"/>
                  <a:pt x="12739" y="9434"/>
                  <a:pt x="12991" y="12002"/>
                </a:cubicBezTo>
                <a:cubicBezTo>
                  <a:pt x="13253" y="14580"/>
                  <a:pt x="13908" y="17115"/>
                  <a:pt x="13887" y="19693"/>
                </a:cubicBezTo>
                <a:cubicBezTo>
                  <a:pt x="13843" y="23047"/>
                  <a:pt x="12685" y="26303"/>
                  <a:pt x="10598" y="28925"/>
                </a:cubicBezTo>
                <a:cubicBezTo>
                  <a:pt x="9025" y="30881"/>
                  <a:pt x="6971" y="32410"/>
                  <a:pt x="5452" y="34410"/>
                </a:cubicBezTo>
                <a:cubicBezTo>
                  <a:pt x="0" y="41555"/>
                  <a:pt x="2917" y="51945"/>
                  <a:pt x="11297" y="55212"/>
                </a:cubicBezTo>
                <a:cubicBezTo>
                  <a:pt x="12979" y="55866"/>
                  <a:pt x="14767" y="56166"/>
                  <a:pt x="16565" y="56166"/>
                </a:cubicBezTo>
                <a:cubicBezTo>
                  <a:pt x="18820" y="56166"/>
                  <a:pt x="21092" y="55695"/>
                  <a:pt x="23195" y="54862"/>
                </a:cubicBezTo>
                <a:cubicBezTo>
                  <a:pt x="26975" y="53365"/>
                  <a:pt x="30231" y="50765"/>
                  <a:pt x="32995" y="47793"/>
                </a:cubicBezTo>
                <a:cubicBezTo>
                  <a:pt x="37289" y="43172"/>
                  <a:pt x="40490" y="37644"/>
                  <a:pt x="42358" y="31613"/>
                </a:cubicBezTo>
                <a:cubicBezTo>
                  <a:pt x="43199" y="28849"/>
                  <a:pt x="43768" y="25975"/>
                  <a:pt x="43713" y="23091"/>
                </a:cubicBezTo>
                <a:cubicBezTo>
                  <a:pt x="43520" y="13399"/>
                  <a:pt x="34421" y="0"/>
                  <a:pt x="240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1_1_3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 flipH="1">
            <a:off x="3683475" y="4473081"/>
            <a:ext cx="2117149" cy="1514705"/>
          </a:xfrm>
          <a:custGeom>
            <a:avLst/>
            <a:gdLst/>
            <a:ahLst/>
            <a:cxnLst/>
            <a:rect l="l" t="t" r="r" b="b"/>
            <a:pathLst>
              <a:path w="55550" h="39743" extrusionOk="0">
                <a:moveTo>
                  <a:pt x="22341" y="0"/>
                </a:moveTo>
                <a:cubicBezTo>
                  <a:pt x="21059" y="0"/>
                  <a:pt x="19811" y="260"/>
                  <a:pt x="18771" y="987"/>
                </a:cubicBezTo>
                <a:cubicBezTo>
                  <a:pt x="16926" y="2278"/>
                  <a:pt x="16237" y="4681"/>
                  <a:pt x="14696" y="6322"/>
                </a:cubicBezTo>
                <a:cubicBezTo>
                  <a:pt x="12127" y="9065"/>
                  <a:pt x="7724" y="9213"/>
                  <a:pt x="4839" y="11620"/>
                </a:cubicBezTo>
                <a:cubicBezTo>
                  <a:pt x="2604" y="13487"/>
                  <a:pt x="1611" y="16418"/>
                  <a:pt x="790" y="19212"/>
                </a:cubicBezTo>
                <a:cubicBezTo>
                  <a:pt x="359" y="20672"/>
                  <a:pt x="0" y="22414"/>
                  <a:pt x="975" y="23583"/>
                </a:cubicBezTo>
                <a:cubicBezTo>
                  <a:pt x="1857" y="24641"/>
                  <a:pt x="3434" y="24728"/>
                  <a:pt x="4641" y="25390"/>
                </a:cubicBezTo>
                <a:cubicBezTo>
                  <a:pt x="6243" y="26267"/>
                  <a:pt x="7090" y="28091"/>
                  <a:pt x="8536" y="29207"/>
                </a:cubicBezTo>
                <a:cubicBezTo>
                  <a:pt x="9763" y="30154"/>
                  <a:pt x="11240" y="30489"/>
                  <a:pt x="12790" y="30489"/>
                </a:cubicBezTo>
                <a:cubicBezTo>
                  <a:pt x="14473" y="30489"/>
                  <a:pt x="16242" y="30094"/>
                  <a:pt x="17869" y="29659"/>
                </a:cubicBezTo>
                <a:cubicBezTo>
                  <a:pt x="19614" y="29194"/>
                  <a:pt x="21502" y="28735"/>
                  <a:pt x="23296" y="28735"/>
                </a:cubicBezTo>
                <a:cubicBezTo>
                  <a:pt x="24714" y="28735"/>
                  <a:pt x="26073" y="29022"/>
                  <a:pt x="27257" y="29822"/>
                </a:cubicBezTo>
                <a:cubicBezTo>
                  <a:pt x="28247" y="30491"/>
                  <a:pt x="29007" y="31468"/>
                  <a:pt x="30034" y="32081"/>
                </a:cubicBezTo>
                <a:cubicBezTo>
                  <a:pt x="31752" y="33105"/>
                  <a:pt x="33887" y="32947"/>
                  <a:pt x="35885" y="32986"/>
                </a:cubicBezTo>
                <a:cubicBezTo>
                  <a:pt x="39157" y="33051"/>
                  <a:pt x="43190" y="34778"/>
                  <a:pt x="46209" y="36041"/>
                </a:cubicBezTo>
                <a:cubicBezTo>
                  <a:pt x="46806" y="36291"/>
                  <a:pt x="46653" y="37473"/>
                  <a:pt x="47252" y="37723"/>
                </a:cubicBezTo>
                <a:cubicBezTo>
                  <a:pt x="48561" y="38748"/>
                  <a:pt x="50612" y="39742"/>
                  <a:pt x="51847" y="39742"/>
                </a:cubicBezTo>
                <a:cubicBezTo>
                  <a:pt x="52227" y="39742"/>
                  <a:pt x="52530" y="39648"/>
                  <a:pt x="52709" y="39431"/>
                </a:cubicBezTo>
                <a:cubicBezTo>
                  <a:pt x="54918" y="37262"/>
                  <a:pt x="55550" y="32489"/>
                  <a:pt x="53327" y="29664"/>
                </a:cubicBezTo>
                <a:cubicBezTo>
                  <a:pt x="52336" y="28089"/>
                  <a:pt x="51340" y="26516"/>
                  <a:pt x="50299" y="24937"/>
                </a:cubicBezTo>
                <a:cubicBezTo>
                  <a:pt x="49781" y="24146"/>
                  <a:pt x="49250" y="23357"/>
                  <a:pt x="48707" y="22561"/>
                </a:cubicBezTo>
                <a:lnTo>
                  <a:pt x="47880" y="21366"/>
                </a:lnTo>
                <a:lnTo>
                  <a:pt x="47460" y="20767"/>
                </a:lnTo>
                <a:lnTo>
                  <a:pt x="46780" y="19869"/>
                </a:lnTo>
                <a:cubicBezTo>
                  <a:pt x="45458" y="18137"/>
                  <a:pt x="44072" y="16365"/>
                  <a:pt x="42605" y="14566"/>
                </a:cubicBezTo>
                <a:lnTo>
                  <a:pt x="42174" y="14102"/>
                </a:lnTo>
                <a:cubicBezTo>
                  <a:pt x="40396" y="12241"/>
                  <a:pt x="38445" y="10852"/>
                  <a:pt x="36452" y="9320"/>
                </a:cubicBezTo>
                <a:cubicBezTo>
                  <a:pt x="34501" y="7821"/>
                  <a:pt x="33559" y="5461"/>
                  <a:pt x="31889" y="3706"/>
                </a:cubicBezTo>
                <a:cubicBezTo>
                  <a:pt x="30107" y="1834"/>
                  <a:pt x="27576" y="850"/>
                  <a:pt x="25047" y="316"/>
                </a:cubicBezTo>
                <a:cubicBezTo>
                  <a:pt x="24170" y="130"/>
                  <a:pt x="23247" y="0"/>
                  <a:pt x="2234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3"/>
          <p:cNvSpPr/>
          <p:nvPr/>
        </p:nvSpPr>
        <p:spPr>
          <a:xfrm flipH="1">
            <a:off x="4981907" y="4228635"/>
            <a:ext cx="1704429" cy="1435050"/>
          </a:xfrm>
          <a:custGeom>
            <a:avLst/>
            <a:gdLst/>
            <a:ahLst/>
            <a:cxnLst/>
            <a:rect l="l" t="t" r="r" b="b"/>
            <a:pathLst>
              <a:path w="44721" h="37653" extrusionOk="0">
                <a:moveTo>
                  <a:pt x="27258" y="1"/>
                </a:moveTo>
                <a:cubicBezTo>
                  <a:pt x="26810" y="1"/>
                  <a:pt x="26362" y="42"/>
                  <a:pt x="25920" y="127"/>
                </a:cubicBezTo>
                <a:cubicBezTo>
                  <a:pt x="23467" y="601"/>
                  <a:pt x="21352" y="2258"/>
                  <a:pt x="18884" y="2655"/>
                </a:cubicBezTo>
                <a:cubicBezTo>
                  <a:pt x="18429" y="2728"/>
                  <a:pt x="17972" y="2757"/>
                  <a:pt x="17514" y="2757"/>
                </a:cubicBezTo>
                <a:cubicBezTo>
                  <a:pt x="15988" y="2757"/>
                  <a:pt x="14448" y="2439"/>
                  <a:pt x="12913" y="2390"/>
                </a:cubicBezTo>
                <a:cubicBezTo>
                  <a:pt x="12755" y="2385"/>
                  <a:pt x="12599" y="2382"/>
                  <a:pt x="12444" y="2382"/>
                </a:cubicBezTo>
                <a:cubicBezTo>
                  <a:pt x="7176" y="2382"/>
                  <a:pt x="3676" y="5309"/>
                  <a:pt x="1537" y="10004"/>
                </a:cubicBezTo>
                <a:cubicBezTo>
                  <a:pt x="639" y="11975"/>
                  <a:pt x="0" y="14274"/>
                  <a:pt x="827" y="16277"/>
                </a:cubicBezTo>
                <a:cubicBezTo>
                  <a:pt x="1847" y="18754"/>
                  <a:pt x="4770" y="19912"/>
                  <a:pt x="5776" y="22331"/>
                </a:cubicBezTo>
                <a:cubicBezTo>
                  <a:pt x="7056" y="25413"/>
                  <a:pt x="6934" y="28588"/>
                  <a:pt x="8905" y="31525"/>
                </a:cubicBezTo>
                <a:cubicBezTo>
                  <a:pt x="11391" y="35229"/>
                  <a:pt x="15744" y="37653"/>
                  <a:pt x="20205" y="37653"/>
                </a:cubicBezTo>
                <a:cubicBezTo>
                  <a:pt x="20219" y="37653"/>
                  <a:pt x="20234" y="37653"/>
                  <a:pt x="20249" y="37653"/>
                </a:cubicBezTo>
                <a:cubicBezTo>
                  <a:pt x="24724" y="37636"/>
                  <a:pt x="29146" y="35107"/>
                  <a:pt x="31286" y="31176"/>
                </a:cubicBezTo>
                <a:cubicBezTo>
                  <a:pt x="32114" y="29655"/>
                  <a:pt x="32626" y="27940"/>
                  <a:pt x="33740" y="26615"/>
                </a:cubicBezTo>
                <a:cubicBezTo>
                  <a:pt x="35995" y="23932"/>
                  <a:pt x="40102" y="23515"/>
                  <a:pt x="42534" y="20991"/>
                </a:cubicBezTo>
                <a:cubicBezTo>
                  <a:pt x="44031" y="19438"/>
                  <a:pt x="44720" y="17144"/>
                  <a:pt x="44327" y="15022"/>
                </a:cubicBezTo>
                <a:cubicBezTo>
                  <a:pt x="43933" y="12902"/>
                  <a:pt x="42468" y="11007"/>
                  <a:pt x="40514" y="10094"/>
                </a:cubicBezTo>
                <a:cubicBezTo>
                  <a:pt x="39236" y="9497"/>
                  <a:pt x="37756" y="9285"/>
                  <a:pt x="36658" y="8399"/>
                </a:cubicBezTo>
                <a:cubicBezTo>
                  <a:pt x="35232" y="7249"/>
                  <a:pt x="34822" y="5282"/>
                  <a:pt x="33886" y="3707"/>
                </a:cubicBezTo>
                <a:cubicBezTo>
                  <a:pt x="33122" y="2419"/>
                  <a:pt x="31948" y="1404"/>
                  <a:pt x="30597" y="764"/>
                </a:cubicBezTo>
                <a:cubicBezTo>
                  <a:pt x="29555" y="271"/>
                  <a:pt x="28407" y="1"/>
                  <a:pt x="272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3"/>
          <p:cNvSpPr/>
          <p:nvPr/>
        </p:nvSpPr>
        <p:spPr>
          <a:xfrm rot="2435368" flipH="1">
            <a:off x="6388698" y="3348011"/>
            <a:ext cx="2850493" cy="3349847"/>
          </a:xfrm>
          <a:custGeom>
            <a:avLst/>
            <a:gdLst/>
            <a:ahLst/>
            <a:cxnLst/>
            <a:rect l="l" t="t" r="r" b="b"/>
            <a:pathLst>
              <a:path w="74791" h="87893" extrusionOk="0">
                <a:moveTo>
                  <a:pt x="26476" y="1"/>
                </a:moveTo>
                <a:cubicBezTo>
                  <a:pt x="23552" y="1"/>
                  <a:pt x="20661" y="318"/>
                  <a:pt x="17986" y="1448"/>
                </a:cubicBezTo>
                <a:cubicBezTo>
                  <a:pt x="15199" y="2626"/>
                  <a:pt x="11132" y="5482"/>
                  <a:pt x="10467" y="8699"/>
                </a:cubicBezTo>
                <a:cubicBezTo>
                  <a:pt x="10095" y="10505"/>
                  <a:pt x="10375" y="12431"/>
                  <a:pt x="9763" y="14172"/>
                </a:cubicBezTo>
                <a:cubicBezTo>
                  <a:pt x="9157" y="15893"/>
                  <a:pt x="7765" y="17196"/>
                  <a:pt x="6721" y="18693"/>
                </a:cubicBezTo>
                <a:cubicBezTo>
                  <a:pt x="5678" y="20189"/>
                  <a:pt x="4983" y="22235"/>
                  <a:pt x="5921" y="23800"/>
                </a:cubicBezTo>
                <a:cubicBezTo>
                  <a:pt x="6245" y="24344"/>
                  <a:pt x="6756" y="24808"/>
                  <a:pt x="6862" y="25431"/>
                </a:cubicBezTo>
                <a:cubicBezTo>
                  <a:pt x="7086" y="26765"/>
                  <a:pt x="5474" y="27551"/>
                  <a:pt x="4552" y="28540"/>
                </a:cubicBezTo>
                <a:cubicBezTo>
                  <a:pt x="0" y="33426"/>
                  <a:pt x="7315" y="39951"/>
                  <a:pt x="7947" y="44528"/>
                </a:cubicBezTo>
                <a:cubicBezTo>
                  <a:pt x="8144" y="45947"/>
                  <a:pt x="8025" y="47402"/>
                  <a:pt x="8310" y="48806"/>
                </a:cubicBezTo>
                <a:cubicBezTo>
                  <a:pt x="9290" y="53640"/>
                  <a:pt x="14509" y="56265"/>
                  <a:pt x="19265" y="57575"/>
                </a:cubicBezTo>
                <a:cubicBezTo>
                  <a:pt x="20856" y="58014"/>
                  <a:pt x="22568" y="58445"/>
                  <a:pt x="23674" y="59669"/>
                </a:cubicBezTo>
                <a:cubicBezTo>
                  <a:pt x="24365" y="60435"/>
                  <a:pt x="24743" y="61438"/>
                  <a:pt x="25388" y="62243"/>
                </a:cubicBezTo>
                <a:cubicBezTo>
                  <a:pt x="26770" y="63966"/>
                  <a:pt x="28823" y="64251"/>
                  <a:pt x="30780" y="64915"/>
                </a:cubicBezTo>
                <a:cubicBezTo>
                  <a:pt x="32524" y="65508"/>
                  <a:pt x="33972" y="66503"/>
                  <a:pt x="35572" y="67488"/>
                </a:cubicBezTo>
                <a:cubicBezTo>
                  <a:pt x="38808" y="69477"/>
                  <a:pt x="42292" y="71610"/>
                  <a:pt x="43924" y="75209"/>
                </a:cubicBezTo>
                <a:cubicBezTo>
                  <a:pt x="44912" y="77391"/>
                  <a:pt x="45088" y="79876"/>
                  <a:pt x="46114" y="82040"/>
                </a:cubicBezTo>
                <a:cubicBezTo>
                  <a:pt x="47867" y="85743"/>
                  <a:pt x="52031" y="87892"/>
                  <a:pt x="56146" y="87892"/>
                </a:cubicBezTo>
                <a:cubicBezTo>
                  <a:pt x="56801" y="87892"/>
                  <a:pt x="57455" y="87838"/>
                  <a:pt x="58097" y="87727"/>
                </a:cubicBezTo>
                <a:cubicBezTo>
                  <a:pt x="58882" y="87590"/>
                  <a:pt x="59653" y="87383"/>
                  <a:pt x="60400" y="87107"/>
                </a:cubicBezTo>
                <a:cubicBezTo>
                  <a:pt x="64070" y="85753"/>
                  <a:pt x="67139" y="82832"/>
                  <a:pt x="69079" y="79392"/>
                </a:cubicBezTo>
                <a:cubicBezTo>
                  <a:pt x="74790" y="69263"/>
                  <a:pt x="72233" y="57473"/>
                  <a:pt x="66105" y="48230"/>
                </a:cubicBezTo>
                <a:cubicBezTo>
                  <a:pt x="63027" y="43588"/>
                  <a:pt x="62715" y="39486"/>
                  <a:pt x="61950" y="34099"/>
                </a:cubicBezTo>
                <a:cubicBezTo>
                  <a:pt x="61508" y="30986"/>
                  <a:pt x="60094" y="27986"/>
                  <a:pt x="57825" y="25810"/>
                </a:cubicBezTo>
                <a:cubicBezTo>
                  <a:pt x="56358" y="24403"/>
                  <a:pt x="54544" y="23333"/>
                  <a:pt x="53355" y="21682"/>
                </a:cubicBezTo>
                <a:cubicBezTo>
                  <a:pt x="51427" y="19005"/>
                  <a:pt x="51539" y="15422"/>
                  <a:pt x="50681" y="12236"/>
                </a:cubicBezTo>
                <a:cubicBezTo>
                  <a:pt x="49466" y="7721"/>
                  <a:pt x="46079" y="3845"/>
                  <a:pt x="41768" y="2036"/>
                </a:cubicBezTo>
                <a:cubicBezTo>
                  <a:pt x="38670" y="736"/>
                  <a:pt x="35248" y="483"/>
                  <a:pt x="31896" y="248"/>
                </a:cubicBezTo>
                <a:cubicBezTo>
                  <a:pt x="30105" y="122"/>
                  <a:pt x="28284" y="1"/>
                  <a:pt x="2647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3"/>
          <p:cNvSpPr/>
          <p:nvPr/>
        </p:nvSpPr>
        <p:spPr>
          <a:xfrm rot="-8100000">
            <a:off x="-1042818" y="3308646"/>
            <a:ext cx="2564773" cy="1834956"/>
          </a:xfrm>
          <a:custGeom>
            <a:avLst/>
            <a:gdLst/>
            <a:ahLst/>
            <a:cxnLst/>
            <a:rect l="l" t="t" r="r" b="b"/>
            <a:pathLst>
              <a:path w="55550" h="39743" extrusionOk="0">
                <a:moveTo>
                  <a:pt x="22341" y="0"/>
                </a:moveTo>
                <a:cubicBezTo>
                  <a:pt x="21059" y="0"/>
                  <a:pt x="19811" y="260"/>
                  <a:pt x="18771" y="987"/>
                </a:cubicBezTo>
                <a:cubicBezTo>
                  <a:pt x="16926" y="2278"/>
                  <a:pt x="16237" y="4681"/>
                  <a:pt x="14696" y="6322"/>
                </a:cubicBezTo>
                <a:cubicBezTo>
                  <a:pt x="12127" y="9065"/>
                  <a:pt x="7724" y="9213"/>
                  <a:pt x="4839" y="11620"/>
                </a:cubicBezTo>
                <a:cubicBezTo>
                  <a:pt x="2604" y="13487"/>
                  <a:pt x="1611" y="16418"/>
                  <a:pt x="790" y="19212"/>
                </a:cubicBezTo>
                <a:cubicBezTo>
                  <a:pt x="359" y="20672"/>
                  <a:pt x="0" y="22414"/>
                  <a:pt x="975" y="23583"/>
                </a:cubicBezTo>
                <a:cubicBezTo>
                  <a:pt x="1857" y="24641"/>
                  <a:pt x="3434" y="24728"/>
                  <a:pt x="4641" y="25390"/>
                </a:cubicBezTo>
                <a:cubicBezTo>
                  <a:pt x="6243" y="26267"/>
                  <a:pt x="7090" y="28091"/>
                  <a:pt x="8536" y="29207"/>
                </a:cubicBezTo>
                <a:cubicBezTo>
                  <a:pt x="9763" y="30154"/>
                  <a:pt x="11240" y="30489"/>
                  <a:pt x="12790" y="30489"/>
                </a:cubicBezTo>
                <a:cubicBezTo>
                  <a:pt x="14473" y="30489"/>
                  <a:pt x="16242" y="30094"/>
                  <a:pt x="17869" y="29659"/>
                </a:cubicBezTo>
                <a:cubicBezTo>
                  <a:pt x="19614" y="29194"/>
                  <a:pt x="21502" y="28735"/>
                  <a:pt x="23296" y="28735"/>
                </a:cubicBezTo>
                <a:cubicBezTo>
                  <a:pt x="24714" y="28735"/>
                  <a:pt x="26073" y="29022"/>
                  <a:pt x="27257" y="29822"/>
                </a:cubicBezTo>
                <a:cubicBezTo>
                  <a:pt x="28247" y="30491"/>
                  <a:pt x="29007" y="31468"/>
                  <a:pt x="30034" y="32081"/>
                </a:cubicBezTo>
                <a:cubicBezTo>
                  <a:pt x="31752" y="33105"/>
                  <a:pt x="33887" y="32947"/>
                  <a:pt x="35885" y="32986"/>
                </a:cubicBezTo>
                <a:cubicBezTo>
                  <a:pt x="39157" y="33051"/>
                  <a:pt x="43190" y="34778"/>
                  <a:pt x="46209" y="36041"/>
                </a:cubicBezTo>
                <a:cubicBezTo>
                  <a:pt x="46806" y="36291"/>
                  <a:pt x="46653" y="37473"/>
                  <a:pt x="47252" y="37723"/>
                </a:cubicBezTo>
                <a:cubicBezTo>
                  <a:pt x="48561" y="38748"/>
                  <a:pt x="50612" y="39742"/>
                  <a:pt x="51847" y="39742"/>
                </a:cubicBezTo>
                <a:cubicBezTo>
                  <a:pt x="52227" y="39742"/>
                  <a:pt x="52530" y="39648"/>
                  <a:pt x="52709" y="39431"/>
                </a:cubicBezTo>
                <a:cubicBezTo>
                  <a:pt x="54918" y="37262"/>
                  <a:pt x="55550" y="32489"/>
                  <a:pt x="53327" y="29664"/>
                </a:cubicBezTo>
                <a:cubicBezTo>
                  <a:pt x="52336" y="28089"/>
                  <a:pt x="51340" y="26516"/>
                  <a:pt x="50299" y="24937"/>
                </a:cubicBezTo>
                <a:cubicBezTo>
                  <a:pt x="49781" y="24146"/>
                  <a:pt x="49250" y="23357"/>
                  <a:pt x="48707" y="22561"/>
                </a:cubicBezTo>
                <a:lnTo>
                  <a:pt x="47880" y="21366"/>
                </a:lnTo>
                <a:lnTo>
                  <a:pt x="47460" y="20767"/>
                </a:lnTo>
                <a:lnTo>
                  <a:pt x="46780" y="19869"/>
                </a:lnTo>
                <a:cubicBezTo>
                  <a:pt x="45458" y="18137"/>
                  <a:pt x="44072" y="16365"/>
                  <a:pt x="42605" y="14566"/>
                </a:cubicBezTo>
                <a:lnTo>
                  <a:pt x="42174" y="14102"/>
                </a:lnTo>
                <a:cubicBezTo>
                  <a:pt x="40396" y="12241"/>
                  <a:pt x="38445" y="10852"/>
                  <a:pt x="36452" y="9320"/>
                </a:cubicBezTo>
                <a:cubicBezTo>
                  <a:pt x="34501" y="7821"/>
                  <a:pt x="33559" y="5461"/>
                  <a:pt x="31889" y="3706"/>
                </a:cubicBezTo>
                <a:cubicBezTo>
                  <a:pt x="30107" y="1834"/>
                  <a:pt x="27576" y="850"/>
                  <a:pt x="25047" y="316"/>
                </a:cubicBezTo>
                <a:cubicBezTo>
                  <a:pt x="24170" y="130"/>
                  <a:pt x="23247" y="0"/>
                  <a:pt x="223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-1467725" y="4213925"/>
            <a:ext cx="2145602" cy="1806497"/>
          </a:xfrm>
          <a:custGeom>
            <a:avLst/>
            <a:gdLst/>
            <a:ahLst/>
            <a:cxnLst/>
            <a:rect l="l" t="t" r="r" b="b"/>
            <a:pathLst>
              <a:path w="44721" h="37653" extrusionOk="0">
                <a:moveTo>
                  <a:pt x="27258" y="1"/>
                </a:moveTo>
                <a:cubicBezTo>
                  <a:pt x="26810" y="1"/>
                  <a:pt x="26362" y="42"/>
                  <a:pt x="25920" y="127"/>
                </a:cubicBezTo>
                <a:cubicBezTo>
                  <a:pt x="23467" y="601"/>
                  <a:pt x="21352" y="2258"/>
                  <a:pt x="18884" y="2655"/>
                </a:cubicBezTo>
                <a:cubicBezTo>
                  <a:pt x="18429" y="2728"/>
                  <a:pt x="17972" y="2757"/>
                  <a:pt x="17514" y="2757"/>
                </a:cubicBezTo>
                <a:cubicBezTo>
                  <a:pt x="15988" y="2757"/>
                  <a:pt x="14448" y="2439"/>
                  <a:pt x="12913" y="2390"/>
                </a:cubicBezTo>
                <a:cubicBezTo>
                  <a:pt x="12755" y="2385"/>
                  <a:pt x="12599" y="2382"/>
                  <a:pt x="12444" y="2382"/>
                </a:cubicBezTo>
                <a:cubicBezTo>
                  <a:pt x="7176" y="2382"/>
                  <a:pt x="3676" y="5309"/>
                  <a:pt x="1537" y="10004"/>
                </a:cubicBezTo>
                <a:cubicBezTo>
                  <a:pt x="639" y="11975"/>
                  <a:pt x="0" y="14274"/>
                  <a:pt x="827" y="16277"/>
                </a:cubicBezTo>
                <a:cubicBezTo>
                  <a:pt x="1847" y="18754"/>
                  <a:pt x="4770" y="19912"/>
                  <a:pt x="5776" y="22331"/>
                </a:cubicBezTo>
                <a:cubicBezTo>
                  <a:pt x="7056" y="25413"/>
                  <a:pt x="6934" y="28588"/>
                  <a:pt x="8905" y="31525"/>
                </a:cubicBezTo>
                <a:cubicBezTo>
                  <a:pt x="11391" y="35229"/>
                  <a:pt x="15744" y="37653"/>
                  <a:pt x="20205" y="37653"/>
                </a:cubicBezTo>
                <a:cubicBezTo>
                  <a:pt x="20219" y="37653"/>
                  <a:pt x="20234" y="37653"/>
                  <a:pt x="20249" y="37653"/>
                </a:cubicBezTo>
                <a:cubicBezTo>
                  <a:pt x="24724" y="37636"/>
                  <a:pt x="29146" y="35107"/>
                  <a:pt x="31286" y="31176"/>
                </a:cubicBezTo>
                <a:cubicBezTo>
                  <a:pt x="32114" y="29655"/>
                  <a:pt x="32626" y="27940"/>
                  <a:pt x="33740" y="26615"/>
                </a:cubicBezTo>
                <a:cubicBezTo>
                  <a:pt x="35995" y="23932"/>
                  <a:pt x="40102" y="23515"/>
                  <a:pt x="42534" y="20991"/>
                </a:cubicBezTo>
                <a:cubicBezTo>
                  <a:pt x="44031" y="19438"/>
                  <a:pt x="44720" y="17144"/>
                  <a:pt x="44327" y="15022"/>
                </a:cubicBezTo>
                <a:cubicBezTo>
                  <a:pt x="43933" y="12902"/>
                  <a:pt x="42468" y="11007"/>
                  <a:pt x="40514" y="10094"/>
                </a:cubicBezTo>
                <a:cubicBezTo>
                  <a:pt x="39236" y="9497"/>
                  <a:pt x="37756" y="9285"/>
                  <a:pt x="36658" y="8399"/>
                </a:cubicBezTo>
                <a:cubicBezTo>
                  <a:pt x="35232" y="7249"/>
                  <a:pt x="34822" y="5282"/>
                  <a:pt x="33886" y="3707"/>
                </a:cubicBezTo>
                <a:cubicBezTo>
                  <a:pt x="33122" y="2419"/>
                  <a:pt x="31948" y="1404"/>
                  <a:pt x="30597" y="764"/>
                </a:cubicBezTo>
                <a:cubicBezTo>
                  <a:pt x="29555" y="271"/>
                  <a:pt x="28407" y="1"/>
                  <a:pt x="2725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1_2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/>
          <p:nvPr/>
        </p:nvSpPr>
        <p:spPr>
          <a:xfrm rot="-8100000">
            <a:off x="-1002668" y="3423446"/>
            <a:ext cx="2564773" cy="1834956"/>
          </a:xfrm>
          <a:custGeom>
            <a:avLst/>
            <a:gdLst/>
            <a:ahLst/>
            <a:cxnLst/>
            <a:rect l="l" t="t" r="r" b="b"/>
            <a:pathLst>
              <a:path w="55550" h="39743" extrusionOk="0">
                <a:moveTo>
                  <a:pt x="22341" y="0"/>
                </a:moveTo>
                <a:cubicBezTo>
                  <a:pt x="21059" y="0"/>
                  <a:pt x="19811" y="260"/>
                  <a:pt x="18771" y="987"/>
                </a:cubicBezTo>
                <a:cubicBezTo>
                  <a:pt x="16926" y="2278"/>
                  <a:pt x="16237" y="4681"/>
                  <a:pt x="14696" y="6322"/>
                </a:cubicBezTo>
                <a:cubicBezTo>
                  <a:pt x="12127" y="9065"/>
                  <a:pt x="7724" y="9213"/>
                  <a:pt x="4839" y="11620"/>
                </a:cubicBezTo>
                <a:cubicBezTo>
                  <a:pt x="2604" y="13487"/>
                  <a:pt x="1611" y="16418"/>
                  <a:pt x="790" y="19212"/>
                </a:cubicBezTo>
                <a:cubicBezTo>
                  <a:pt x="359" y="20672"/>
                  <a:pt x="0" y="22414"/>
                  <a:pt x="975" y="23583"/>
                </a:cubicBezTo>
                <a:cubicBezTo>
                  <a:pt x="1857" y="24641"/>
                  <a:pt x="3434" y="24728"/>
                  <a:pt x="4641" y="25390"/>
                </a:cubicBezTo>
                <a:cubicBezTo>
                  <a:pt x="6243" y="26267"/>
                  <a:pt x="7090" y="28091"/>
                  <a:pt x="8536" y="29207"/>
                </a:cubicBezTo>
                <a:cubicBezTo>
                  <a:pt x="9763" y="30154"/>
                  <a:pt x="11240" y="30489"/>
                  <a:pt x="12790" y="30489"/>
                </a:cubicBezTo>
                <a:cubicBezTo>
                  <a:pt x="14473" y="30489"/>
                  <a:pt x="16242" y="30094"/>
                  <a:pt x="17869" y="29659"/>
                </a:cubicBezTo>
                <a:cubicBezTo>
                  <a:pt x="19614" y="29194"/>
                  <a:pt x="21502" y="28735"/>
                  <a:pt x="23296" y="28735"/>
                </a:cubicBezTo>
                <a:cubicBezTo>
                  <a:pt x="24714" y="28735"/>
                  <a:pt x="26073" y="29022"/>
                  <a:pt x="27257" y="29822"/>
                </a:cubicBezTo>
                <a:cubicBezTo>
                  <a:pt x="28247" y="30491"/>
                  <a:pt x="29007" y="31468"/>
                  <a:pt x="30034" y="32081"/>
                </a:cubicBezTo>
                <a:cubicBezTo>
                  <a:pt x="31752" y="33105"/>
                  <a:pt x="33887" y="32947"/>
                  <a:pt x="35885" y="32986"/>
                </a:cubicBezTo>
                <a:cubicBezTo>
                  <a:pt x="39157" y="33051"/>
                  <a:pt x="43190" y="34778"/>
                  <a:pt x="46209" y="36041"/>
                </a:cubicBezTo>
                <a:cubicBezTo>
                  <a:pt x="46806" y="36291"/>
                  <a:pt x="46653" y="37473"/>
                  <a:pt x="47252" y="37723"/>
                </a:cubicBezTo>
                <a:cubicBezTo>
                  <a:pt x="48561" y="38748"/>
                  <a:pt x="50612" y="39742"/>
                  <a:pt x="51847" y="39742"/>
                </a:cubicBezTo>
                <a:cubicBezTo>
                  <a:pt x="52227" y="39742"/>
                  <a:pt x="52530" y="39648"/>
                  <a:pt x="52709" y="39431"/>
                </a:cubicBezTo>
                <a:cubicBezTo>
                  <a:pt x="54918" y="37262"/>
                  <a:pt x="55550" y="32489"/>
                  <a:pt x="53327" y="29664"/>
                </a:cubicBezTo>
                <a:cubicBezTo>
                  <a:pt x="52336" y="28089"/>
                  <a:pt x="51340" y="26516"/>
                  <a:pt x="50299" y="24937"/>
                </a:cubicBezTo>
                <a:cubicBezTo>
                  <a:pt x="49781" y="24146"/>
                  <a:pt x="49250" y="23357"/>
                  <a:pt x="48707" y="22561"/>
                </a:cubicBezTo>
                <a:lnTo>
                  <a:pt x="47880" y="21366"/>
                </a:lnTo>
                <a:lnTo>
                  <a:pt x="47460" y="20767"/>
                </a:lnTo>
                <a:lnTo>
                  <a:pt x="46780" y="19869"/>
                </a:lnTo>
                <a:cubicBezTo>
                  <a:pt x="45458" y="18137"/>
                  <a:pt x="44072" y="16365"/>
                  <a:pt x="42605" y="14566"/>
                </a:cubicBezTo>
                <a:lnTo>
                  <a:pt x="42174" y="14102"/>
                </a:lnTo>
                <a:cubicBezTo>
                  <a:pt x="40396" y="12241"/>
                  <a:pt x="38445" y="10852"/>
                  <a:pt x="36452" y="9320"/>
                </a:cubicBezTo>
                <a:cubicBezTo>
                  <a:pt x="34501" y="7821"/>
                  <a:pt x="33559" y="5461"/>
                  <a:pt x="31889" y="3706"/>
                </a:cubicBezTo>
                <a:cubicBezTo>
                  <a:pt x="30107" y="1834"/>
                  <a:pt x="27576" y="850"/>
                  <a:pt x="25047" y="316"/>
                </a:cubicBezTo>
                <a:cubicBezTo>
                  <a:pt x="24170" y="130"/>
                  <a:pt x="23247" y="0"/>
                  <a:pt x="223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4"/>
          <p:cNvSpPr/>
          <p:nvPr/>
        </p:nvSpPr>
        <p:spPr>
          <a:xfrm>
            <a:off x="-1140675" y="1239075"/>
            <a:ext cx="2525131" cy="2967487"/>
          </a:xfrm>
          <a:custGeom>
            <a:avLst/>
            <a:gdLst/>
            <a:ahLst/>
            <a:cxnLst/>
            <a:rect l="l" t="t" r="r" b="b"/>
            <a:pathLst>
              <a:path w="74791" h="87893" extrusionOk="0">
                <a:moveTo>
                  <a:pt x="26476" y="1"/>
                </a:moveTo>
                <a:cubicBezTo>
                  <a:pt x="23552" y="1"/>
                  <a:pt x="20661" y="318"/>
                  <a:pt x="17986" y="1448"/>
                </a:cubicBezTo>
                <a:cubicBezTo>
                  <a:pt x="15199" y="2626"/>
                  <a:pt x="11132" y="5482"/>
                  <a:pt x="10467" y="8699"/>
                </a:cubicBezTo>
                <a:cubicBezTo>
                  <a:pt x="10095" y="10505"/>
                  <a:pt x="10375" y="12431"/>
                  <a:pt x="9763" y="14172"/>
                </a:cubicBezTo>
                <a:cubicBezTo>
                  <a:pt x="9157" y="15893"/>
                  <a:pt x="7765" y="17196"/>
                  <a:pt x="6721" y="18693"/>
                </a:cubicBezTo>
                <a:cubicBezTo>
                  <a:pt x="5678" y="20189"/>
                  <a:pt x="4983" y="22235"/>
                  <a:pt x="5921" y="23800"/>
                </a:cubicBezTo>
                <a:cubicBezTo>
                  <a:pt x="6245" y="24344"/>
                  <a:pt x="6756" y="24808"/>
                  <a:pt x="6862" y="25431"/>
                </a:cubicBezTo>
                <a:cubicBezTo>
                  <a:pt x="7086" y="26765"/>
                  <a:pt x="5474" y="27551"/>
                  <a:pt x="4552" y="28540"/>
                </a:cubicBezTo>
                <a:cubicBezTo>
                  <a:pt x="0" y="33426"/>
                  <a:pt x="7315" y="39951"/>
                  <a:pt x="7947" y="44528"/>
                </a:cubicBezTo>
                <a:cubicBezTo>
                  <a:pt x="8144" y="45947"/>
                  <a:pt x="8025" y="47402"/>
                  <a:pt x="8310" y="48806"/>
                </a:cubicBezTo>
                <a:cubicBezTo>
                  <a:pt x="9290" y="53640"/>
                  <a:pt x="14509" y="56265"/>
                  <a:pt x="19265" y="57575"/>
                </a:cubicBezTo>
                <a:cubicBezTo>
                  <a:pt x="20856" y="58014"/>
                  <a:pt x="22568" y="58445"/>
                  <a:pt x="23674" y="59669"/>
                </a:cubicBezTo>
                <a:cubicBezTo>
                  <a:pt x="24365" y="60435"/>
                  <a:pt x="24743" y="61438"/>
                  <a:pt x="25388" y="62243"/>
                </a:cubicBezTo>
                <a:cubicBezTo>
                  <a:pt x="26770" y="63966"/>
                  <a:pt x="28823" y="64251"/>
                  <a:pt x="30780" y="64915"/>
                </a:cubicBezTo>
                <a:cubicBezTo>
                  <a:pt x="32524" y="65508"/>
                  <a:pt x="33972" y="66503"/>
                  <a:pt x="35572" y="67488"/>
                </a:cubicBezTo>
                <a:cubicBezTo>
                  <a:pt x="38808" y="69477"/>
                  <a:pt x="42292" y="71610"/>
                  <a:pt x="43924" y="75209"/>
                </a:cubicBezTo>
                <a:cubicBezTo>
                  <a:pt x="44912" y="77391"/>
                  <a:pt x="45088" y="79876"/>
                  <a:pt x="46114" y="82040"/>
                </a:cubicBezTo>
                <a:cubicBezTo>
                  <a:pt x="47867" y="85743"/>
                  <a:pt x="52031" y="87892"/>
                  <a:pt x="56146" y="87892"/>
                </a:cubicBezTo>
                <a:cubicBezTo>
                  <a:pt x="56801" y="87892"/>
                  <a:pt x="57455" y="87838"/>
                  <a:pt x="58097" y="87727"/>
                </a:cubicBezTo>
                <a:cubicBezTo>
                  <a:pt x="58882" y="87590"/>
                  <a:pt x="59653" y="87383"/>
                  <a:pt x="60400" y="87107"/>
                </a:cubicBezTo>
                <a:cubicBezTo>
                  <a:pt x="64070" y="85753"/>
                  <a:pt x="67139" y="82832"/>
                  <a:pt x="69079" y="79392"/>
                </a:cubicBezTo>
                <a:cubicBezTo>
                  <a:pt x="74790" y="69263"/>
                  <a:pt x="72233" y="57473"/>
                  <a:pt x="66105" y="48230"/>
                </a:cubicBezTo>
                <a:cubicBezTo>
                  <a:pt x="63027" y="43588"/>
                  <a:pt x="62715" y="39486"/>
                  <a:pt x="61950" y="34099"/>
                </a:cubicBezTo>
                <a:cubicBezTo>
                  <a:pt x="61508" y="30986"/>
                  <a:pt x="60094" y="27986"/>
                  <a:pt x="57825" y="25810"/>
                </a:cubicBezTo>
                <a:cubicBezTo>
                  <a:pt x="56358" y="24403"/>
                  <a:pt x="54544" y="23333"/>
                  <a:pt x="53355" y="21682"/>
                </a:cubicBezTo>
                <a:cubicBezTo>
                  <a:pt x="51427" y="19005"/>
                  <a:pt x="51539" y="15422"/>
                  <a:pt x="50681" y="12236"/>
                </a:cubicBezTo>
                <a:cubicBezTo>
                  <a:pt x="49466" y="7721"/>
                  <a:pt x="46079" y="3845"/>
                  <a:pt x="41768" y="2036"/>
                </a:cubicBezTo>
                <a:cubicBezTo>
                  <a:pt x="38670" y="736"/>
                  <a:pt x="35248" y="483"/>
                  <a:pt x="31896" y="248"/>
                </a:cubicBezTo>
                <a:cubicBezTo>
                  <a:pt x="30105" y="122"/>
                  <a:pt x="28284" y="1"/>
                  <a:pt x="264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575575" y="4393075"/>
            <a:ext cx="1118025" cy="941325"/>
          </a:xfrm>
          <a:custGeom>
            <a:avLst/>
            <a:gdLst/>
            <a:ahLst/>
            <a:cxnLst/>
            <a:rect l="l" t="t" r="r" b="b"/>
            <a:pathLst>
              <a:path w="44721" h="37653" extrusionOk="0">
                <a:moveTo>
                  <a:pt x="27258" y="1"/>
                </a:moveTo>
                <a:cubicBezTo>
                  <a:pt x="26810" y="1"/>
                  <a:pt x="26362" y="42"/>
                  <a:pt x="25920" y="127"/>
                </a:cubicBezTo>
                <a:cubicBezTo>
                  <a:pt x="23467" y="601"/>
                  <a:pt x="21352" y="2258"/>
                  <a:pt x="18884" y="2655"/>
                </a:cubicBezTo>
                <a:cubicBezTo>
                  <a:pt x="18429" y="2728"/>
                  <a:pt x="17972" y="2757"/>
                  <a:pt x="17514" y="2757"/>
                </a:cubicBezTo>
                <a:cubicBezTo>
                  <a:pt x="15988" y="2757"/>
                  <a:pt x="14448" y="2439"/>
                  <a:pt x="12913" y="2390"/>
                </a:cubicBezTo>
                <a:cubicBezTo>
                  <a:pt x="12755" y="2385"/>
                  <a:pt x="12599" y="2382"/>
                  <a:pt x="12444" y="2382"/>
                </a:cubicBezTo>
                <a:cubicBezTo>
                  <a:pt x="7176" y="2382"/>
                  <a:pt x="3676" y="5309"/>
                  <a:pt x="1537" y="10004"/>
                </a:cubicBezTo>
                <a:cubicBezTo>
                  <a:pt x="639" y="11975"/>
                  <a:pt x="0" y="14274"/>
                  <a:pt x="827" y="16277"/>
                </a:cubicBezTo>
                <a:cubicBezTo>
                  <a:pt x="1847" y="18754"/>
                  <a:pt x="4770" y="19912"/>
                  <a:pt x="5776" y="22331"/>
                </a:cubicBezTo>
                <a:cubicBezTo>
                  <a:pt x="7056" y="25413"/>
                  <a:pt x="6934" y="28588"/>
                  <a:pt x="8905" y="31525"/>
                </a:cubicBezTo>
                <a:cubicBezTo>
                  <a:pt x="11391" y="35229"/>
                  <a:pt x="15744" y="37653"/>
                  <a:pt x="20205" y="37653"/>
                </a:cubicBezTo>
                <a:cubicBezTo>
                  <a:pt x="20219" y="37653"/>
                  <a:pt x="20234" y="37653"/>
                  <a:pt x="20249" y="37653"/>
                </a:cubicBezTo>
                <a:cubicBezTo>
                  <a:pt x="24724" y="37636"/>
                  <a:pt x="29146" y="35107"/>
                  <a:pt x="31286" y="31176"/>
                </a:cubicBezTo>
                <a:cubicBezTo>
                  <a:pt x="32114" y="29655"/>
                  <a:pt x="32626" y="27940"/>
                  <a:pt x="33740" y="26615"/>
                </a:cubicBezTo>
                <a:cubicBezTo>
                  <a:pt x="35995" y="23932"/>
                  <a:pt x="40102" y="23515"/>
                  <a:pt x="42534" y="20991"/>
                </a:cubicBezTo>
                <a:cubicBezTo>
                  <a:pt x="44031" y="19438"/>
                  <a:pt x="44720" y="17144"/>
                  <a:pt x="44327" y="15022"/>
                </a:cubicBezTo>
                <a:cubicBezTo>
                  <a:pt x="43933" y="12902"/>
                  <a:pt x="42468" y="11007"/>
                  <a:pt x="40514" y="10094"/>
                </a:cubicBezTo>
                <a:cubicBezTo>
                  <a:pt x="39236" y="9497"/>
                  <a:pt x="37756" y="9285"/>
                  <a:pt x="36658" y="8399"/>
                </a:cubicBezTo>
                <a:cubicBezTo>
                  <a:pt x="35232" y="7249"/>
                  <a:pt x="34822" y="5282"/>
                  <a:pt x="33886" y="3707"/>
                </a:cubicBezTo>
                <a:cubicBezTo>
                  <a:pt x="33122" y="2419"/>
                  <a:pt x="31948" y="1404"/>
                  <a:pt x="30597" y="764"/>
                </a:cubicBezTo>
                <a:cubicBezTo>
                  <a:pt x="29555" y="271"/>
                  <a:pt x="28407" y="1"/>
                  <a:pt x="2725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4"/>
          <p:cNvSpPr/>
          <p:nvPr/>
        </p:nvSpPr>
        <p:spPr>
          <a:xfrm rot="2416558">
            <a:off x="7211138" y="-755152"/>
            <a:ext cx="2525254" cy="2967632"/>
          </a:xfrm>
          <a:custGeom>
            <a:avLst/>
            <a:gdLst/>
            <a:ahLst/>
            <a:cxnLst/>
            <a:rect l="l" t="t" r="r" b="b"/>
            <a:pathLst>
              <a:path w="74791" h="87893" extrusionOk="0">
                <a:moveTo>
                  <a:pt x="26476" y="1"/>
                </a:moveTo>
                <a:cubicBezTo>
                  <a:pt x="23552" y="1"/>
                  <a:pt x="20661" y="318"/>
                  <a:pt x="17986" y="1448"/>
                </a:cubicBezTo>
                <a:cubicBezTo>
                  <a:pt x="15199" y="2626"/>
                  <a:pt x="11132" y="5482"/>
                  <a:pt x="10467" y="8699"/>
                </a:cubicBezTo>
                <a:cubicBezTo>
                  <a:pt x="10095" y="10505"/>
                  <a:pt x="10375" y="12431"/>
                  <a:pt x="9763" y="14172"/>
                </a:cubicBezTo>
                <a:cubicBezTo>
                  <a:pt x="9157" y="15893"/>
                  <a:pt x="7765" y="17196"/>
                  <a:pt x="6721" y="18693"/>
                </a:cubicBezTo>
                <a:cubicBezTo>
                  <a:pt x="5678" y="20189"/>
                  <a:pt x="4983" y="22235"/>
                  <a:pt x="5921" y="23800"/>
                </a:cubicBezTo>
                <a:cubicBezTo>
                  <a:pt x="6245" y="24344"/>
                  <a:pt x="6756" y="24808"/>
                  <a:pt x="6862" y="25431"/>
                </a:cubicBezTo>
                <a:cubicBezTo>
                  <a:pt x="7086" y="26765"/>
                  <a:pt x="5474" y="27551"/>
                  <a:pt x="4552" y="28540"/>
                </a:cubicBezTo>
                <a:cubicBezTo>
                  <a:pt x="0" y="33426"/>
                  <a:pt x="7315" y="39951"/>
                  <a:pt x="7947" y="44528"/>
                </a:cubicBezTo>
                <a:cubicBezTo>
                  <a:pt x="8144" y="45947"/>
                  <a:pt x="8025" y="47402"/>
                  <a:pt x="8310" y="48806"/>
                </a:cubicBezTo>
                <a:cubicBezTo>
                  <a:pt x="9290" y="53640"/>
                  <a:pt x="14509" y="56265"/>
                  <a:pt x="19265" y="57575"/>
                </a:cubicBezTo>
                <a:cubicBezTo>
                  <a:pt x="20856" y="58014"/>
                  <a:pt x="22568" y="58445"/>
                  <a:pt x="23674" y="59669"/>
                </a:cubicBezTo>
                <a:cubicBezTo>
                  <a:pt x="24365" y="60435"/>
                  <a:pt x="24743" y="61438"/>
                  <a:pt x="25388" y="62243"/>
                </a:cubicBezTo>
                <a:cubicBezTo>
                  <a:pt x="26770" y="63966"/>
                  <a:pt x="28823" y="64251"/>
                  <a:pt x="30780" y="64915"/>
                </a:cubicBezTo>
                <a:cubicBezTo>
                  <a:pt x="32524" y="65508"/>
                  <a:pt x="33972" y="66503"/>
                  <a:pt x="35572" y="67488"/>
                </a:cubicBezTo>
                <a:cubicBezTo>
                  <a:pt x="38808" y="69477"/>
                  <a:pt x="42292" y="71610"/>
                  <a:pt x="43924" y="75209"/>
                </a:cubicBezTo>
                <a:cubicBezTo>
                  <a:pt x="44912" y="77391"/>
                  <a:pt x="45088" y="79876"/>
                  <a:pt x="46114" y="82040"/>
                </a:cubicBezTo>
                <a:cubicBezTo>
                  <a:pt x="47867" y="85743"/>
                  <a:pt x="52031" y="87892"/>
                  <a:pt x="56146" y="87892"/>
                </a:cubicBezTo>
                <a:cubicBezTo>
                  <a:pt x="56801" y="87892"/>
                  <a:pt x="57455" y="87838"/>
                  <a:pt x="58097" y="87727"/>
                </a:cubicBezTo>
                <a:cubicBezTo>
                  <a:pt x="58882" y="87590"/>
                  <a:pt x="59653" y="87383"/>
                  <a:pt x="60400" y="87107"/>
                </a:cubicBezTo>
                <a:cubicBezTo>
                  <a:pt x="64070" y="85753"/>
                  <a:pt x="67139" y="82832"/>
                  <a:pt x="69079" y="79392"/>
                </a:cubicBezTo>
                <a:cubicBezTo>
                  <a:pt x="74790" y="69263"/>
                  <a:pt x="72233" y="57473"/>
                  <a:pt x="66105" y="48230"/>
                </a:cubicBezTo>
                <a:cubicBezTo>
                  <a:pt x="63027" y="43588"/>
                  <a:pt x="62715" y="39486"/>
                  <a:pt x="61950" y="34099"/>
                </a:cubicBezTo>
                <a:cubicBezTo>
                  <a:pt x="61508" y="30986"/>
                  <a:pt x="60094" y="27986"/>
                  <a:pt x="57825" y="25810"/>
                </a:cubicBezTo>
                <a:cubicBezTo>
                  <a:pt x="56358" y="24403"/>
                  <a:pt x="54544" y="23333"/>
                  <a:pt x="53355" y="21682"/>
                </a:cubicBezTo>
                <a:cubicBezTo>
                  <a:pt x="51427" y="19005"/>
                  <a:pt x="51539" y="15422"/>
                  <a:pt x="50681" y="12236"/>
                </a:cubicBezTo>
                <a:cubicBezTo>
                  <a:pt x="49466" y="7721"/>
                  <a:pt x="46079" y="3845"/>
                  <a:pt x="41768" y="2036"/>
                </a:cubicBezTo>
                <a:cubicBezTo>
                  <a:pt x="38670" y="736"/>
                  <a:pt x="35248" y="483"/>
                  <a:pt x="31896" y="248"/>
                </a:cubicBezTo>
                <a:cubicBezTo>
                  <a:pt x="30105" y="122"/>
                  <a:pt x="28284" y="1"/>
                  <a:pt x="264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8088125" y="1014525"/>
            <a:ext cx="1739759" cy="1464796"/>
          </a:xfrm>
          <a:custGeom>
            <a:avLst/>
            <a:gdLst/>
            <a:ahLst/>
            <a:cxnLst/>
            <a:rect l="l" t="t" r="r" b="b"/>
            <a:pathLst>
              <a:path w="44721" h="37653" extrusionOk="0">
                <a:moveTo>
                  <a:pt x="27258" y="1"/>
                </a:moveTo>
                <a:cubicBezTo>
                  <a:pt x="26810" y="1"/>
                  <a:pt x="26362" y="42"/>
                  <a:pt x="25920" y="127"/>
                </a:cubicBezTo>
                <a:cubicBezTo>
                  <a:pt x="23467" y="601"/>
                  <a:pt x="21352" y="2258"/>
                  <a:pt x="18884" y="2655"/>
                </a:cubicBezTo>
                <a:cubicBezTo>
                  <a:pt x="18429" y="2728"/>
                  <a:pt x="17972" y="2757"/>
                  <a:pt x="17514" y="2757"/>
                </a:cubicBezTo>
                <a:cubicBezTo>
                  <a:pt x="15988" y="2757"/>
                  <a:pt x="14448" y="2439"/>
                  <a:pt x="12913" y="2390"/>
                </a:cubicBezTo>
                <a:cubicBezTo>
                  <a:pt x="12755" y="2385"/>
                  <a:pt x="12599" y="2382"/>
                  <a:pt x="12444" y="2382"/>
                </a:cubicBezTo>
                <a:cubicBezTo>
                  <a:pt x="7176" y="2382"/>
                  <a:pt x="3676" y="5309"/>
                  <a:pt x="1537" y="10004"/>
                </a:cubicBezTo>
                <a:cubicBezTo>
                  <a:pt x="639" y="11975"/>
                  <a:pt x="0" y="14274"/>
                  <a:pt x="827" y="16277"/>
                </a:cubicBezTo>
                <a:cubicBezTo>
                  <a:pt x="1847" y="18754"/>
                  <a:pt x="4770" y="19912"/>
                  <a:pt x="5776" y="22331"/>
                </a:cubicBezTo>
                <a:cubicBezTo>
                  <a:pt x="7056" y="25413"/>
                  <a:pt x="6934" y="28588"/>
                  <a:pt x="8905" y="31525"/>
                </a:cubicBezTo>
                <a:cubicBezTo>
                  <a:pt x="11391" y="35229"/>
                  <a:pt x="15744" y="37653"/>
                  <a:pt x="20205" y="37653"/>
                </a:cubicBezTo>
                <a:cubicBezTo>
                  <a:pt x="20219" y="37653"/>
                  <a:pt x="20234" y="37653"/>
                  <a:pt x="20249" y="37653"/>
                </a:cubicBezTo>
                <a:cubicBezTo>
                  <a:pt x="24724" y="37636"/>
                  <a:pt x="29146" y="35107"/>
                  <a:pt x="31286" y="31176"/>
                </a:cubicBezTo>
                <a:cubicBezTo>
                  <a:pt x="32114" y="29655"/>
                  <a:pt x="32626" y="27940"/>
                  <a:pt x="33740" y="26615"/>
                </a:cubicBezTo>
                <a:cubicBezTo>
                  <a:pt x="35995" y="23932"/>
                  <a:pt x="40102" y="23515"/>
                  <a:pt x="42534" y="20991"/>
                </a:cubicBezTo>
                <a:cubicBezTo>
                  <a:pt x="44031" y="19438"/>
                  <a:pt x="44720" y="17144"/>
                  <a:pt x="44327" y="15022"/>
                </a:cubicBezTo>
                <a:cubicBezTo>
                  <a:pt x="43933" y="12902"/>
                  <a:pt x="42468" y="11007"/>
                  <a:pt x="40514" y="10094"/>
                </a:cubicBezTo>
                <a:cubicBezTo>
                  <a:pt x="39236" y="9497"/>
                  <a:pt x="37756" y="9285"/>
                  <a:pt x="36658" y="8399"/>
                </a:cubicBezTo>
                <a:cubicBezTo>
                  <a:pt x="35232" y="7249"/>
                  <a:pt x="34822" y="5282"/>
                  <a:pt x="33886" y="3707"/>
                </a:cubicBezTo>
                <a:cubicBezTo>
                  <a:pt x="33122" y="2419"/>
                  <a:pt x="31948" y="1404"/>
                  <a:pt x="30597" y="764"/>
                </a:cubicBezTo>
                <a:cubicBezTo>
                  <a:pt x="29555" y="271"/>
                  <a:pt x="28407" y="1"/>
                  <a:pt x="272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ONE_COLUMN_TEXT_2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 rot="5270550" flipH="1">
            <a:off x="-2959493" y="-1786975"/>
            <a:ext cx="4281267" cy="5031266"/>
          </a:xfrm>
          <a:custGeom>
            <a:avLst/>
            <a:gdLst/>
            <a:ahLst/>
            <a:cxnLst/>
            <a:rect l="l" t="t" r="r" b="b"/>
            <a:pathLst>
              <a:path w="74791" h="87893" extrusionOk="0">
                <a:moveTo>
                  <a:pt x="26476" y="1"/>
                </a:moveTo>
                <a:cubicBezTo>
                  <a:pt x="23552" y="1"/>
                  <a:pt x="20661" y="318"/>
                  <a:pt x="17986" y="1448"/>
                </a:cubicBezTo>
                <a:cubicBezTo>
                  <a:pt x="15199" y="2626"/>
                  <a:pt x="11132" y="5482"/>
                  <a:pt x="10467" y="8699"/>
                </a:cubicBezTo>
                <a:cubicBezTo>
                  <a:pt x="10095" y="10505"/>
                  <a:pt x="10375" y="12431"/>
                  <a:pt x="9763" y="14172"/>
                </a:cubicBezTo>
                <a:cubicBezTo>
                  <a:pt x="9157" y="15893"/>
                  <a:pt x="7765" y="17196"/>
                  <a:pt x="6721" y="18693"/>
                </a:cubicBezTo>
                <a:cubicBezTo>
                  <a:pt x="5678" y="20189"/>
                  <a:pt x="4983" y="22235"/>
                  <a:pt x="5921" y="23800"/>
                </a:cubicBezTo>
                <a:cubicBezTo>
                  <a:pt x="6245" y="24344"/>
                  <a:pt x="6756" y="24808"/>
                  <a:pt x="6862" y="25431"/>
                </a:cubicBezTo>
                <a:cubicBezTo>
                  <a:pt x="7086" y="26765"/>
                  <a:pt x="5474" y="27551"/>
                  <a:pt x="4552" y="28540"/>
                </a:cubicBezTo>
                <a:cubicBezTo>
                  <a:pt x="0" y="33426"/>
                  <a:pt x="7315" y="39951"/>
                  <a:pt x="7947" y="44528"/>
                </a:cubicBezTo>
                <a:cubicBezTo>
                  <a:pt x="8144" y="45947"/>
                  <a:pt x="8025" y="47402"/>
                  <a:pt x="8310" y="48806"/>
                </a:cubicBezTo>
                <a:cubicBezTo>
                  <a:pt x="9290" y="53640"/>
                  <a:pt x="14509" y="56265"/>
                  <a:pt x="19265" y="57575"/>
                </a:cubicBezTo>
                <a:cubicBezTo>
                  <a:pt x="20856" y="58014"/>
                  <a:pt x="22568" y="58445"/>
                  <a:pt x="23674" y="59669"/>
                </a:cubicBezTo>
                <a:cubicBezTo>
                  <a:pt x="24365" y="60435"/>
                  <a:pt x="24743" y="61438"/>
                  <a:pt x="25388" y="62243"/>
                </a:cubicBezTo>
                <a:cubicBezTo>
                  <a:pt x="26770" y="63966"/>
                  <a:pt x="28823" y="64251"/>
                  <a:pt x="30780" y="64915"/>
                </a:cubicBezTo>
                <a:cubicBezTo>
                  <a:pt x="32524" y="65508"/>
                  <a:pt x="33972" y="66503"/>
                  <a:pt x="35572" y="67488"/>
                </a:cubicBezTo>
                <a:cubicBezTo>
                  <a:pt x="38808" y="69477"/>
                  <a:pt x="42292" y="71610"/>
                  <a:pt x="43924" y="75209"/>
                </a:cubicBezTo>
                <a:cubicBezTo>
                  <a:pt x="44912" y="77391"/>
                  <a:pt x="45088" y="79876"/>
                  <a:pt x="46114" y="82040"/>
                </a:cubicBezTo>
                <a:cubicBezTo>
                  <a:pt x="47867" y="85743"/>
                  <a:pt x="52031" y="87892"/>
                  <a:pt x="56146" y="87892"/>
                </a:cubicBezTo>
                <a:cubicBezTo>
                  <a:pt x="56801" y="87892"/>
                  <a:pt x="57455" y="87838"/>
                  <a:pt x="58097" y="87727"/>
                </a:cubicBezTo>
                <a:cubicBezTo>
                  <a:pt x="58882" y="87590"/>
                  <a:pt x="59653" y="87383"/>
                  <a:pt x="60400" y="87107"/>
                </a:cubicBezTo>
                <a:cubicBezTo>
                  <a:pt x="64070" y="85753"/>
                  <a:pt x="67139" y="82832"/>
                  <a:pt x="69079" y="79392"/>
                </a:cubicBezTo>
                <a:cubicBezTo>
                  <a:pt x="74790" y="69263"/>
                  <a:pt x="72233" y="57473"/>
                  <a:pt x="66105" y="48230"/>
                </a:cubicBezTo>
                <a:cubicBezTo>
                  <a:pt x="63027" y="43588"/>
                  <a:pt x="62715" y="39486"/>
                  <a:pt x="61950" y="34099"/>
                </a:cubicBezTo>
                <a:cubicBezTo>
                  <a:pt x="61508" y="30986"/>
                  <a:pt x="60094" y="27986"/>
                  <a:pt x="57825" y="25810"/>
                </a:cubicBezTo>
                <a:cubicBezTo>
                  <a:pt x="56358" y="24403"/>
                  <a:pt x="54544" y="23333"/>
                  <a:pt x="53355" y="21682"/>
                </a:cubicBezTo>
                <a:cubicBezTo>
                  <a:pt x="51427" y="19005"/>
                  <a:pt x="51539" y="15422"/>
                  <a:pt x="50681" y="12236"/>
                </a:cubicBezTo>
                <a:cubicBezTo>
                  <a:pt x="49466" y="7721"/>
                  <a:pt x="46079" y="3845"/>
                  <a:pt x="41768" y="2036"/>
                </a:cubicBezTo>
                <a:cubicBezTo>
                  <a:pt x="38670" y="736"/>
                  <a:pt x="35248" y="483"/>
                  <a:pt x="31896" y="248"/>
                </a:cubicBezTo>
                <a:cubicBezTo>
                  <a:pt x="30105" y="122"/>
                  <a:pt x="28284" y="1"/>
                  <a:pt x="264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5"/>
          <p:cNvSpPr/>
          <p:nvPr/>
        </p:nvSpPr>
        <p:spPr>
          <a:xfrm rot="-8100000">
            <a:off x="8064832" y="3279971"/>
            <a:ext cx="2564773" cy="1834956"/>
          </a:xfrm>
          <a:custGeom>
            <a:avLst/>
            <a:gdLst/>
            <a:ahLst/>
            <a:cxnLst/>
            <a:rect l="l" t="t" r="r" b="b"/>
            <a:pathLst>
              <a:path w="55550" h="39743" extrusionOk="0">
                <a:moveTo>
                  <a:pt x="22341" y="0"/>
                </a:moveTo>
                <a:cubicBezTo>
                  <a:pt x="21059" y="0"/>
                  <a:pt x="19811" y="260"/>
                  <a:pt x="18771" y="987"/>
                </a:cubicBezTo>
                <a:cubicBezTo>
                  <a:pt x="16926" y="2278"/>
                  <a:pt x="16237" y="4681"/>
                  <a:pt x="14696" y="6322"/>
                </a:cubicBezTo>
                <a:cubicBezTo>
                  <a:pt x="12127" y="9065"/>
                  <a:pt x="7724" y="9213"/>
                  <a:pt x="4839" y="11620"/>
                </a:cubicBezTo>
                <a:cubicBezTo>
                  <a:pt x="2604" y="13487"/>
                  <a:pt x="1611" y="16418"/>
                  <a:pt x="790" y="19212"/>
                </a:cubicBezTo>
                <a:cubicBezTo>
                  <a:pt x="359" y="20672"/>
                  <a:pt x="0" y="22414"/>
                  <a:pt x="975" y="23583"/>
                </a:cubicBezTo>
                <a:cubicBezTo>
                  <a:pt x="1857" y="24641"/>
                  <a:pt x="3434" y="24728"/>
                  <a:pt x="4641" y="25390"/>
                </a:cubicBezTo>
                <a:cubicBezTo>
                  <a:pt x="6243" y="26267"/>
                  <a:pt x="7090" y="28091"/>
                  <a:pt x="8536" y="29207"/>
                </a:cubicBezTo>
                <a:cubicBezTo>
                  <a:pt x="9763" y="30154"/>
                  <a:pt x="11240" y="30489"/>
                  <a:pt x="12790" y="30489"/>
                </a:cubicBezTo>
                <a:cubicBezTo>
                  <a:pt x="14473" y="30489"/>
                  <a:pt x="16242" y="30094"/>
                  <a:pt x="17869" y="29659"/>
                </a:cubicBezTo>
                <a:cubicBezTo>
                  <a:pt x="19614" y="29194"/>
                  <a:pt x="21502" y="28735"/>
                  <a:pt x="23296" y="28735"/>
                </a:cubicBezTo>
                <a:cubicBezTo>
                  <a:pt x="24714" y="28735"/>
                  <a:pt x="26073" y="29022"/>
                  <a:pt x="27257" y="29822"/>
                </a:cubicBezTo>
                <a:cubicBezTo>
                  <a:pt x="28247" y="30491"/>
                  <a:pt x="29007" y="31468"/>
                  <a:pt x="30034" y="32081"/>
                </a:cubicBezTo>
                <a:cubicBezTo>
                  <a:pt x="31752" y="33105"/>
                  <a:pt x="33887" y="32947"/>
                  <a:pt x="35885" y="32986"/>
                </a:cubicBezTo>
                <a:cubicBezTo>
                  <a:pt x="39157" y="33051"/>
                  <a:pt x="43190" y="34778"/>
                  <a:pt x="46209" y="36041"/>
                </a:cubicBezTo>
                <a:cubicBezTo>
                  <a:pt x="46806" y="36291"/>
                  <a:pt x="46653" y="37473"/>
                  <a:pt x="47252" y="37723"/>
                </a:cubicBezTo>
                <a:cubicBezTo>
                  <a:pt x="48561" y="38748"/>
                  <a:pt x="50612" y="39742"/>
                  <a:pt x="51847" y="39742"/>
                </a:cubicBezTo>
                <a:cubicBezTo>
                  <a:pt x="52227" y="39742"/>
                  <a:pt x="52530" y="39648"/>
                  <a:pt x="52709" y="39431"/>
                </a:cubicBezTo>
                <a:cubicBezTo>
                  <a:pt x="54918" y="37262"/>
                  <a:pt x="55550" y="32489"/>
                  <a:pt x="53327" y="29664"/>
                </a:cubicBezTo>
                <a:cubicBezTo>
                  <a:pt x="52336" y="28089"/>
                  <a:pt x="51340" y="26516"/>
                  <a:pt x="50299" y="24937"/>
                </a:cubicBezTo>
                <a:cubicBezTo>
                  <a:pt x="49781" y="24146"/>
                  <a:pt x="49250" y="23357"/>
                  <a:pt x="48707" y="22561"/>
                </a:cubicBezTo>
                <a:lnTo>
                  <a:pt x="47880" y="21366"/>
                </a:lnTo>
                <a:lnTo>
                  <a:pt x="47460" y="20767"/>
                </a:lnTo>
                <a:lnTo>
                  <a:pt x="46780" y="19869"/>
                </a:lnTo>
                <a:cubicBezTo>
                  <a:pt x="45458" y="18137"/>
                  <a:pt x="44072" y="16365"/>
                  <a:pt x="42605" y="14566"/>
                </a:cubicBezTo>
                <a:lnTo>
                  <a:pt x="42174" y="14102"/>
                </a:lnTo>
                <a:cubicBezTo>
                  <a:pt x="40396" y="12241"/>
                  <a:pt x="38445" y="10852"/>
                  <a:pt x="36452" y="9320"/>
                </a:cubicBezTo>
                <a:cubicBezTo>
                  <a:pt x="34501" y="7821"/>
                  <a:pt x="33559" y="5461"/>
                  <a:pt x="31889" y="3706"/>
                </a:cubicBezTo>
                <a:cubicBezTo>
                  <a:pt x="30107" y="1834"/>
                  <a:pt x="27576" y="850"/>
                  <a:pt x="25047" y="316"/>
                </a:cubicBezTo>
                <a:cubicBezTo>
                  <a:pt x="24170" y="130"/>
                  <a:pt x="23247" y="0"/>
                  <a:pt x="223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7639925" y="4185250"/>
            <a:ext cx="2145602" cy="1806497"/>
          </a:xfrm>
          <a:custGeom>
            <a:avLst/>
            <a:gdLst/>
            <a:ahLst/>
            <a:cxnLst/>
            <a:rect l="l" t="t" r="r" b="b"/>
            <a:pathLst>
              <a:path w="44721" h="37653" extrusionOk="0">
                <a:moveTo>
                  <a:pt x="27258" y="1"/>
                </a:moveTo>
                <a:cubicBezTo>
                  <a:pt x="26810" y="1"/>
                  <a:pt x="26362" y="42"/>
                  <a:pt x="25920" y="127"/>
                </a:cubicBezTo>
                <a:cubicBezTo>
                  <a:pt x="23467" y="601"/>
                  <a:pt x="21352" y="2258"/>
                  <a:pt x="18884" y="2655"/>
                </a:cubicBezTo>
                <a:cubicBezTo>
                  <a:pt x="18429" y="2728"/>
                  <a:pt x="17972" y="2757"/>
                  <a:pt x="17514" y="2757"/>
                </a:cubicBezTo>
                <a:cubicBezTo>
                  <a:pt x="15988" y="2757"/>
                  <a:pt x="14448" y="2439"/>
                  <a:pt x="12913" y="2390"/>
                </a:cubicBezTo>
                <a:cubicBezTo>
                  <a:pt x="12755" y="2385"/>
                  <a:pt x="12599" y="2382"/>
                  <a:pt x="12444" y="2382"/>
                </a:cubicBezTo>
                <a:cubicBezTo>
                  <a:pt x="7176" y="2382"/>
                  <a:pt x="3676" y="5309"/>
                  <a:pt x="1537" y="10004"/>
                </a:cubicBezTo>
                <a:cubicBezTo>
                  <a:pt x="639" y="11975"/>
                  <a:pt x="0" y="14274"/>
                  <a:pt x="827" y="16277"/>
                </a:cubicBezTo>
                <a:cubicBezTo>
                  <a:pt x="1847" y="18754"/>
                  <a:pt x="4770" y="19912"/>
                  <a:pt x="5776" y="22331"/>
                </a:cubicBezTo>
                <a:cubicBezTo>
                  <a:pt x="7056" y="25413"/>
                  <a:pt x="6934" y="28588"/>
                  <a:pt x="8905" y="31525"/>
                </a:cubicBezTo>
                <a:cubicBezTo>
                  <a:pt x="11391" y="35229"/>
                  <a:pt x="15744" y="37653"/>
                  <a:pt x="20205" y="37653"/>
                </a:cubicBezTo>
                <a:cubicBezTo>
                  <a:pt x="20219" y="37653"/>
                  <a:pt x="20234" y="37653"/>
                  <a:pt x="20249" y="37653"/>
                </a:cubicBezTo>
                <a:cubicBezTo>
                  <a:pt x="24724" y="37636"/>
                  <a:pt x="29146" y="35107"/>
                  <a:pt x="31286" y="31176"/>
                </a:cubicBezTo>
                <a:cubicBezTo>
                  <a:pt x="32114" y="29655"/>
                  <a:pt x="32626" y="27940"/>
                  <a:pt x="33740" y="26615"/>
                </a:cubicBezTo>
                <a:cubicBezTo>
                  <a:pt x="35995" y="23932"/>
                  <a:pt x="40102" y="23515"/>
                  <a:pt x="42534" y="20991"/>
                </a:cubicBezTo>
                <a:cubicBezTo>
                  <a:pt x="44031" y="19438"/>
                  <a:pt x="44720" y="17144"/>
                  <a:pt x="44327" y="15022"/>
                </a:cubicBezTo>
                <a:cubicBezTo>
                  <a:pt x="43933" y="12902"/>
                  <a:pt x="42468" y="11007"/>
                  <a:pt x="40514" y="10094"/>
                </a:cubicBezTo>
                <a:cubicBezTo>
                  <a:pt x="39236" y="9497"/>
                  <a:pt x="37756" y="9285"/>
                  <a:pt x="36658" y="8399"/>
                </a:cubicBezTo>
                <a:cubicBezTo>
                  <a:pt x="35232" y="7249"/>
                  <a:pt x="34822" y="5282"/>
                  <a:pt x="33886" y="3707"/>
                </a:cubicBezTo>
                <a:cubicBezTo>
                  <a:pt x="33122" y="2419"/>
                  <a:pt x="31948" y="1404"/>
                  <a:pt x="30597" y="764"/>
                </a:cubicBezTo>
                <a:cubicBezTo>
                  <a:pt x="29555" y="271"/>
                  <a:pt x="28407" y="1"/>
                  <a:pt x="2725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401700" y="-1165000"/>
            <a:ext cx="2145602" cy="1806497"/>
          </a:xfrm>
          <a:custGeom>
            <a:avLst/>
            <a:gdLst/>
            <a:ahLst/>
            <a:cxnLst/>
            <a:rect l="l" t="t" r="r" b="b"/>
            <a:pathLst>
              <a:path w="44721" h="37653" extrusionOk="0">
                <a:moveTo>
                  <a:pt x="27258" y="1"/>
                </a:moveTo>
                <a:cubicBezTo>
                  <a:pt x="26810" y="1"/>
                  <a:pt x="26362" y="42"/>
                  <a:pt x="25920" y="127"/>
                </a:cubicBezTo>
                <a:cubicBezTo>
                  <a:pt x="23467" y="601"/>
                  <a:pt x="21352" y="2258"/>
                  <a:pt x="18884" y="2655"/>
                </a:cubicBezTo>
                <a:cubicBezTo>
                  <a:pt x="18429" y="2728"/>
                  <a:pt x="17972" y="2757"/>
                  <a:pt x="17514" y="2757"/>
                </a:cubicBezTo>
                <a:cubicBezTo>
                  <a:pt x="15988" y="2757"/>
                  <a:pt x="14448" y="2439"/>
                  <a:pt x="12913" y="2390"/>
                </a:cubicBezTo>
                <a:cubicBezTo>
                  <a:pt x="12755" y="2385"/>
                  <a:pt x="12599" y="2382"/>
                  <a:pt x="12444" y="2382"/>
                </a:cubicBezTo>
                <a:cubicBezTo>
                  <a:pt x="7176" y="2382"/>
                  <a:pt x="3676" y="5309"/>
                  <a:pt x="1537" y="10004"/>
                </a:cubicBezTo>
                <a:cubicBezTo>
                  <a:pt x="639" y="11975"/>
                  <a:pt x="0" y="14274"/>
                  <a:pt x="827" y="16277"/>
                </a:cubicBezTo>
                <a:cubicBezTo>
                  <a:pt x="1847" y="18754"/>
                  <a:pt x="4770" y="19912"/>
                  <a:pt x="5776" y="22331"/>
                </a:cubicBezTo>
                <a:cubicBezTo>
                  <a:pt x="7056" y="25413"/>
                  <a:pt x="6934" y="28588"/>
                  <a:pt x="8905" y="31525"/>
                </a:cubicBezTo>
                <a:cubicBezTo>
                  <a:pt x="11391" y="35229"/>
                  <a:pt x="15744" y="37653"/>
                  <a:pt x="20205" y="37653"/>
                </a:cubicBezTo>
                <a:cubicBezTo>
                  <a:pt x="20219" y="37653"/>
                  <a:pt x="20234" y="37653"/>
                  <a:pt x="20249" y="37653"/>
                </a:cubicBezTo>
                <a:cubicBezTo>
                  <a:pt x="24724" y="37636"/>
                  <a:pt x="29146" y="35107"/>
                  <a:pt x="31286" y="31176"/>
                </a:cubicBezTo>
                <a:cubicBezTo>
                  <a:pt x="32114" y="29655"/>
                  <a:pt x="32626" y="27940"/>
                  <a:pt x="33740" y="26615"/>
                </a:cubicBezTo>
                <a:cubicBezTo>
                  <a:pt x="35995" y="23932"/>
                  <a:pt x="40102" y="23515"/>
                  <a:pt x="42534" y="20991"/>
                </a:cubicBezTo>
                <a:cubicBezTo>
                  <a:pt x="44031" y="19438"/>
                  <a:pt x="44720" y="17144"/>
                  <a:pt x="44327" y="15022"/>
                </a:cubicBezTo>
                <a:cubicBezTo>
                  <a:pt x="43933" y="12902"/>
                  <a:pt x="42468" y="11007"/>
                  <a:pt x="40514" y="10094"/>
                </a:cubicBezTo>
                <a:cubicBezTo>
                  <a:pt x="39236" y="9497"/>
                  <a:pt x="37756" y="9285"/>
                  <a:pt x="36658" y="8399"/>
                </a:cubicBezTo>
                <a:cubicBezTo>
                  <a:pt x="35232" y="7249"/>
                  <a:pt x="34822" y="5282"/>
                  <a:pt x="33886" y="3707"/>
                </a:cubicBezTo>
                <a:cubicBezTo>
                  <a:pt x="33122" y="2419"/>
                  <a:pt x="31948" y="1404"/>
                  <a:pt x="30597" y="764"/>
                </a:cubicBezTo>
                <a:cubicBezTo>
                  <a:pt x="29555" y="271"/>
                  <a:pt x="28407" y="1"/>
                  <a:pt x="2725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302A-FD33-37EC-BA21-E885839D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25E1E-96D6-7AE0-A276-8B7A61097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1949C-BEA8-4BFD-A6D6-9AA889C31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F5EC4-C7D3-5823-D544-5205E652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424CF-4903-4396-BD67-470F7B5E58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B72F8-D00C-76D5-76E0-5E62D6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DFEB-FC75-2F8A-F1AF-0A3AE0C5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41319-C5D9-4849-A47C-25285316A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64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EFAC9-EBBA-C240-AF19-FAFFD721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43C9-2504-0EDF-B119-AFF79CCA8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FE9AD-6CF9-4AC8-8C89-55A22308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424CF-4903-4396-BD67-470F7B5E58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AFB39-88B2-0C97-9D72-C55F30D8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AAFC0-6AF4-57F8-4C72-F354B447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41319-C5D9-4849-A47C-25285316A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58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Lilita One"/>
              <a:buNone/>
              <a:defRPr sz="2800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Char char="●"/>
              <a:defRPr sz="18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○"/>
              <a:defRPr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■"/>
              <a:defRPr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●"/>
              <a:defRPr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○"/>
              <a:defRPr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■"/>
              <a:defRPr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●"/>
              <a:defRPr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○"/>
              <a:defRPr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Catamaran"/>
              <a:buChar char="■"/>
              <a:defRPr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5" r:id="rId10"/>
    <p:sldLayoutId id="2147483666" r:id="rId11"/>
    <p:sldLayoutId id="2147483668" r:id="rId12"/>
    <p:sldLayoutId id="2147483669" r:id="rId13"/>
    <p:sldLayoutId id="2147483670" r:id="rId14"/>
    <p:sldLayoutId id="2147483671" r:id="rId15"/>
    <p:sldLayoutId id="2147483675" r:id="rId16"/>
    <p:sldLayoutId id="2147483676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voronoiapp.com/healthcare/Fattest-And-Fittest-Countries-5199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544/estimation+of+obesity+levels+based+on+eating+habits+and+physical+condi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github.com/daudrusyadnurdin/final-project-2025" TargetMode="Externa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2005586" y="4148375"/>
            <a:ext cx="1417991" cy="1193882"/>
          </a:xfrm>
          <a:custGeom>
            <a:avLst/>
            <a:gdLst/>
            <a:ahLst/>
            <a:cxnLst/>
            <a:rect l="l" t="t" r="r" b="b"/>
            <a:pathLst>
              <a:path w="44721" h="37653" extrusionOk="0">
                <a:moveTo>
                  <a:pt x="27258" y="1"/>
                </a:moveTo>
                <a:cubicBezTo>
                  <a:pt x="26810" y="1"/>
                  <a:pt x="26362" y="42"/>
                  <a:pt x="25920" y="127"/>
                </a:cubicBezTo>
                <a:cubicBezTo>
                  <a:pt x="23467" y="601"/>
                  <a:pt x="21352" y="2258"/>
                  <a:pt x="18884" y="2655"/>
                </a:cubicBezTo>
                <a:cubicBezTo>
                  <a:pt x="18429" y="2728"/>
                  <a:pt x="17972" y="2757"/>
                  <a:pt x="17514" y="2757"/>
                </a:cubicBezTo>
                <a:cubicBezTo>
                  <a:pt x="15988" y="2757"/>
                  <a:pt x="14448" y="2439"/>
                  <a:pt x="12913" y="2390"/>
                </a:cubicBezTo>
                <a:cubicBezTo>
                  <a:pt x="12755" y="2385"/>
                  <a:pt x="12599" y="2382"/>
                  <a:pt x="12444" y="2382"/>
                </a:cubicBezTo>
                <a:cubicBezTo>
                  <a:pt x="7176" y="2382"/>
                  <a:pt x="3676" y="5309"/>
                  <a:pt x="1537" y="10004"/>
                </a:cubicBezTo>
                <a:cubicBezTo>
                  <a:pt x="639" y="11975"/>
                  <a:pt x="0" y="14274"/>
                  <a:pt x="827" y="16277"/>
                </a:cubicBezTo>
                <a:cubicBezTo>
                  <a:pt x="1847" y="18754"/>
                  <a:pt x="4770" y="19912"/>
                  <a:pt x="5776" y="22331"/>
                </a:cubicBezTo>
                <a:cubicBezTo>
                  <a:pt x="7056" y="25413"/>
                  <a:pt x="6934" y="28588"/>
                  <a:pt x="8905" y="31525"/>
                </a:cubicBezTo>
                <a:cubicBezTo>
                  <a:pt x="11391" y="35229"/>
                  <a:pt x="15744" y="37653"/>
                  <a:pt x="20205" y="37653"/>
                </a:cubicBezTo>
                <a:cubicBezTo>
                  <a:pt x="20219" y="37653"/>
                  <a:pt x="20234" y="37653"/>
                  <a:pt x="20249" y="37653"/>
                </a:cubicBezTo>
                <a:cubicBezTo>
                  <a:pt x="24724" y="37636"/>
                  <a:pt x="29146" y="35107"/>
                  <a:pt x="31286" y="31176"/>
                </a:cubicBezTo>
                <a:cubicBezTo>
                  <a:pt x="32114" y="29655"/>
                  <a:pt x="32626" y="27940"/>
                  <a:pt x="33740" y="26615"/>
                </a:cubicBezTo>
                <a:cubicBezTo>
                  <a:pt x="35995" y="23932"/>
                  <a:pt x="40102" y="23515"/>
                  <a:pt x="42534" y="20991"/>
                </a:cubicBezTo>
                <a:cubicBezTo>
                  <a:pt x="44031" y="19438"/>
                  <a:pt x="44720" y="17144"/>
                  <a:pt x="44327" y="15022"/>
                </a:cubicBezTo>
                <a:cubicBezTo>
                  <a:pt x="43933" y="12902"/>
                  <a:pt x="42468" y="11007"/>
                  <a:pt x="40514" y="10094"/>
                </a:cubicBezTo>
                <a:cubicBezTo>
                  <a:pt x="39236" y="9497"/>
                  <a:pt x="37756" y="9285"/>
                  <a:pt x="36658" y="8399"/>
                </a:cubicBezTo>
                <a:cubicBezTo>
                  <a:pt x="35232" y="7249"/>
                  <a:pt x="34822" y="5282"/>
                  <a:pt x="33886" y="3707"/>
                </a:cubicBezTo>
                <a:cubicBezTo>
                  <a:pt x="33122" y="2419"/>
                  <a:pt x="31948" y="1404"/>
                  <a:pt x="30597" y="764"/>
                </a:cubicBezTo>
                <a:cubicBezTo>
                  <a:pt x="29555" y="271"/>
                  <a:pt x="28407" y="1"/>
                  <a:pt x="272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5663450" y="4254975"/>
            <a:ext cx="1417991" cy="1193882"/>
          </a:xfrm>
          <a:custGeom>
            <a:avLst/>
            <a:gdLst/>
            <a:ahLst/>
            <a:cxnLst/>
            <a:rect l="l" t="t" r="r" b="b"/>
            <a:pathLst>
              <a:path w="44721" h="37653" extrusionOk="0">
                <a:moveTo>
                  <a:pt x="27258" y="1"/>
                </a:moveTo>
                <a:cubicBezTo>
                  <a:pt x="26810" y="1"/>
                  <a:pt x="26362" y="42"/>
                  <a:pt x="25920" y="127"/>
                </a:cubicBezTo>
                <a:cubicBezTo>
                  <a:pt x="23467" y="601"/>
                  <a:pt x="21352" y="2258"/>
                  <a:pt x="18884" y="2655"/>
                </a:cubicBezTo>
                <a:cubicBezTo>
                  <a:pt x="18429" y="2728"/>
                  <a:pt x="17972" y="2757"/>
                  <a:pt x="17514" y="2757"/>
                </a:cubicBezTo>
                <a:cubicBezTo>
                  <a:pt x="15988" y="2757"/>
                  <a:pt x="14448" y="2439"/>
                  <a:pt x="12913" y="2390"/>
                </a:cubicBezTo>
                <a:cubicBezTo>
                  <a:pt x="12755" y="2385"/>
                  <a:pt x="12599" y="2382"/>
                  <a:pt x="12444" y="2382"/>
                </a:cubicBezTo>
                <a:cubicBezTo>
                  <a:pt x="7176" y="2382"/>
                  <a:pt x="3676" y="5309"/>
                  <a:pt x="1537" y="10004"/>
                </a:cubicBezTo>
                <a:cubicBezTo>
                  <a:pt x="639" y="11975"/>
                  <a:pt x="0" y="14274"/>
                  <a:pt x="827" y="16277"/>
                </a:cubicBezTo>
                <a:cubicBezTo>
                  <a:pt x="1847" y="18754"/>
                  <a:pt x="4770" y="19912"/>
                  <a:pt x="5776" y="22331"/>
                </a:cubicBezTo>
                <a:cubicBezTo>
                  <a:pt x="7056" y="25413"/>
                  <a:pt x="6934" y="28588"/>
                  <a:pt x="8905" y="31525"/>
                </a:cubicBezTo>
                <a:cubicBezTo>
                  <a:pt x="11391" y="35229"/>
                  <a:pt x="15744" y="37653"/>
                  <a:pt x="20205" y="37653"/>
                </a:cubicBezTo>
                <a:cubicBezTo>
                  <a:pt x="20219" y="37653"/>
                  <a:pt x="20234" y="37653"/>
                  <a:pt x="20249" y="37653"/>
                </a:cubicBezTo>
                <a:cubicBezTo>
                  <a:pt x="24724" y="37636"/>
                  <a:pt x="29146" y="35107"/>
                  <a:pt x="31286" y="31176"/>
                </a:cubicBezTo>
                <a:cubicBezTo>
                  <a:pt x="32114" y="29655"/>
                  <a:pt x="32626" y="27940"/>
                  <a:pt x="33740" y="26615"/>
                </a:cubicBezTo>
                <a:cubicBezTo>
                  <a:pt x="35995" y="23932"/>
                  <a:pt x="40102" y="23515"/>
                  <a:pt x="42534" y="20991"/>
                </a:cubicBezTo>
                <a:cubicBezTo>
                  <a:pt x="44031" y="19438"/>
                  <a:pt x="44720" y="17144"/>
                  <a:pt x="44327" y="15022"/>
                </a:cubicBezTo>
                <a:cubicBezTo>
                  <a:pt x="43933" y="12902"/>
                  <a:pt x="42468" y="11007"/>
                  <a:pt x="40514" y="10094"/>
                </a:cubicBezTo>
                <a:cubicBezTo>
                  <a:pt x="39236" y="9497"/>
                  <a:pt x="37756" y="9285"/>
                  <a:pt x="36658" y="8399"/>
                </a:cubicBezTo>
                <a:cubicBezTo>
                  <a:pt x="35232" y="7249"/>
                  <a:pt x="34822" y="5282"/>
                  <a:pt x="33886" y="3707"/>
                </a:cubicBezTo>
                <a:cubicBezTo>
                  <a:pt x="33122" y="2419"/>
                  <a:pt x="31948" y="1404"/>
                  <a:pt x="30597" y="764"/>
                </a:cubicBezTo>
                <a:cubicBezTo>
                  <a:pt x="29555" y="271"/>
                  <a:pt x="28407" y="1"/>
                  <a:pt x="2725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/>
          <p:nvPr/>
        </p:nvSpPr>
        <p:spPr>
          <a:xfrm rot="-1916022">
            <a:off x="3295305" y="1799169"/>
            <a:ext cx="3326401" cy="3909125"/>
          </a:xfrm>
          <a:custGeom>
            <a:avLst/>
            <a:gdLst/>
            <a:ahLst/>
            <a:cxnLst/>
            <a:rect l="l" t="t" r="r" b="b"/>
            <a:pathLst>
              <a:path w="74791" h="87893" extrusionOk="0">
                <a:moveTo>
                  <a:pt x="26476" y="1"/>
                </a:moveTo>
                <a:cubicBezTo>
                  <a:pt x="23552" y="1"/>
                  <a:pt x="20661" y="318"/>
                  <a:pt x="17986" y="1448"/>
                </a:cubicBezTo>
                <a:cubicBezTo>
                  <a:pt x="15199" y="2626"/>
                  <a:pt x="11132" y="5482"/>
                  <a:pt x="10467" y="8699"/>
                </a:cubicBezTo>
                <a:cubicBezTo>
                  <a:pt x="10095" y="10505"/>
                  <a:pt x="10375" y="12431"/>
                  <a:pt x="9763" y="14172"/>
                </a:cubicBezTo>
                <a:cubicBezTo>
                  <a:pt x="9157" y="15893"/>
                  <a:pt x="7765" y="17196"/>
                  <a:pt x="6721" y="18693"/>
                </a:cubicBezTo>
                <a:cubicBezTo>
                  <a:pt x="5678" y="20189"/>
                  <a:pt x="4983" y="22235"/>
                  <a:pt x="5921" y="23800"/>
                </a:cubicBezTo>
                <a:cubicBezTo>
                  <a:pt x="6245" y="24344"/>
                  <a:pt x="6756" y="24808"/>
                  <a:pt x="6862" y="25431"/>
                </a:cubicBezTo>
                <a:cubicBezTo>
                  <a:pt x="7086" y="26765"/>
                  <a:pt x="5474" y="27551"/>
                  <a:pt x="4552" y="28540"/>
                </a:cubicBezTo>
                <a:cubicBezTo>
                  <a:pt x="0" y="33426"/>
                  <a:pt x="7315" y="39951"/>
                  <a:pt x="7947" y="44528"/>
                </a:cubicBezTo>
                <a:cubicBezTo>
                  <a:pt x="8144" y="45947"/>
                  <a:pt x="8025" y="47402"/>
                  <a:pt x="8310" y="48806"/>
                </a:cubicBezTo>
                <a:cubicBezTo>
                  <a:pt x="9290" y="53640"/>
                  <a:pt x="14509" y="56265"/>
                  <a:pt x="19265" y="57575"/>
                </a:cubicBezTo>
                <a:cubicBezTo>
                  <a:pt x="20856" y="58014"/>
                  <a:pt x="22568" y="58445"/>
                  <a:pt x="23674" y="59669"/>
                </a:cubicBezTo>
                <a:cubicBezTo>
                  <a:pt x="24365" y="60435"/>
                  <a:pt x="24743" y="61438"/>
                  <a:pt x="25388" y="62243"/>
                </a:cubicBezTo>
                <a:cubicBezTo>
                  <a:pt x="26770" y="63966"/>
                  <a:pt x="28823" y="64251"/>
                  <a:pt x="30780" y="64915"/>
                </a:cubicBezTo>
                <a:cubicBezTo>
                  <a:pt x="32524" y="65508"/>
                  <a:pt x="33972" y="66503"/>
                  <a:pt x="35572" y="67488"/>
                </a:cubicBezTo>
                <a:cubicBezTo>
                  <a:pt x="38808" y="69477"/>
                  <a:pt x="42292" y="71610"/>
                  <a:pt x="43924" y="75209"/>
                </a:cubicBezTo>
                <a:cubicBezTo>
                  <a:pt x="44912" y="77391"/>
                  <a:pt x="45088" y="79876"/>
                  <a:pt x="46114" y="82040"/>
                </a:cubicBezTo>
                <a:cubicBezTo>
                  <a:pt x="47867" y="85743"/>
                  <a:pt x="52031" y="87892"/>
                  <a:pt x="56146" y="87892"/>
                </a:cubicBezTo>
                <a:cubicBezTo>
                  <a:pt x="56801" y="87892"/>
                  <a:pt x="57455" y="87838"/>
                  <a:pt x="58097" y="87727"/>
                </a:cubicBezTo>
                <a:cubicBezTo>
                  <a:pt x="58882" y="87590"/>
                  <a:pt x="59653" y="87383"/>
                  <a:pt x="60400" y="87107"/>
                </a:cubicBezTo>
                <a:cubicBezTo>
                  <a:pt x="64070" y="85753"/>
                  <a:pt x="67139" y="82832"/>
                  <a:pt x="69079" y="79392"/>
                </a:cubicBezTo>
                <a:cubicBezTo>
                  <a:pt x="74790" y="69263"/>
                  <a:pt x="72233" y="57473"/>
                  <a:pt x="66105" y="48230"/>
                </a:cubicBezTo>
                <a:cubicBezTo>
                  <a:pt x="63027" y="43588"/>
                  <a:pt x="62715" y="39486"/>
                  <a:pt x="61950" y="34099"/>
                </a:cubicBezTo>
                <a:cubicBezTo>
                  <a:pt x="61508" y="30986"/>
                  <a:pt x="60094" y="27986"/>
                  <a:pt x="57825" y="25810"/>
                </a:cubicBezTo>
                <a:cubicBezTo>
                  <a:pt x="56358" y="24403"/>
                  <a:pt x="54544" y="23333"/>
                  <a:pt x="53355" y="21682"/>
                </a:cubicBezTo>
                <a:cubicBezTo>
                  <a:pt x="51427" y="19005"/>
                  <a:pt x="51539" y="15422"/>
                  <a:pt x="50681" y="12236"/>
                </a:cubicBezTo>
                <a:cubicBezTo>
                  <a:pt x="49466" y="7721"/>
                  <a:pt x="46079" y="3845"/>
                  <a:pt x="41768" y="2036"/>
                </a:cubicBezTo>
                <a:cubicBezTo>
                  <a:pt x="38670" y="736"/>
                  <a:pt x="35248" y="483"/>
                  <a:pt x="31896" y="248"/>
                </a:cubicBezTo>
                <a:cubicBezTo>
                  <a:pt x="30105" y="122"/>
                  <a:pt x="28284" y="1"/>
                  <a:pt x="2647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/>
          <p:nvPr/>
        </p:nvSpPr>
        <p:spPr>
          <a:xfrm rot="-1233339">
            <a:off x="2311261" y="2418695"/>
            <a:ext cx="3230111" cy="3552685"/>
          </a:xfrm>
          <a:custGeom>
            <a:avLst/>
            <a:gdLst/>
            <a:ahLst/>
            <a:cxnLst/>
            <a:rect l="l" t="t" r="r" b="b"/>
            <a:pathLst>
              <a:path w="77575" h="85322" extrusionOk="0">
                <a:moveTo>
                  <a:pt x="18008" y="0"/>
                </a:moveTo>
                <a:cubicBezTo>
                  <a:pt x="17012" y="0"/>
                  <a:pt x="16016" y="123"/>
                  <a:pt x="15058" y="375"/>
                </a:cubicBezTo>
                <a:cubicBezTo>
                  <a:pt x="14288" y="578"/>
                  <a:pt x="13539" y="850"/>
                  <a:pt x="12817" y="1189"/>
                </a:cubicBezTo>
                <a:cubicBezTo>
                  <a:pt x="9276" y="2851"/>
                  <a:pt x="6468" y="6023"/>
                  <a:pt x="4829" y="9615"/>
                </a:cubicBezTo>
                <a:cubicBezTo>
                  <a:pt x="1" y="20196"/>
                  <a:pt x="3555" y="31724"/>
                  <a:pt x="10449" y="40411"/>
                </a:cubicBezTo>
                <a:cubicBezTo>
                  <a:pt x="13911" y="44772"/>
                  <a:pt x="14573" y="48833"/>
                  <a:pt x="15793" y="54135"/>
                </a:cubicBezTo>
                <a:cubicBezTo>
                  <a:pt x="16499" y="57199"/>
                  <a:pt x="18164" y="60068"/>
                  <a:pt x="20611" y="62043"/>
                </a:cubicBezTo>
                <a:cubicBezTo>
                  <a:pt x="22193" y="63320"/>
                  <a:pt x="24091" y="64232"/>
                  <a:pt x="25415" y="65775"/>
                </a:cubicBezTo>
                <a:cubicBezTo>
                  <a:pt x="27565" y="68278"/>
                  <a:pt x="27760" y="71857"/>
                  <a:pt x="28885" y="74959"/>
                </a:cubicBezTo>
                <a:cubicBezTo>
                  <a:pt x="30481" y="79353"/>
                  <a:pt x="34187" y="82925"/>
                  <a:pt x="38636" y="84361"/>
                </a:cubicBezTo>
                <a:cubicBezTo>
                  <a:pt x="41164" y="85176"/>
                  <a:pt x="43838" y="85322"/>
                  <a:pt x="46507" y="85322"/>
                </a:cubicBezTo>
                <a:cubicBezTo>
                  <a:pt x="47214" y="85322"/>
                  <a:pt x="47921" y="85311"/>
                  <a:pt x="48624" y="85301"/>
                </a:cubicBezTo>
                <a:cubicBezTo>
                  <a:pt x="53323" y="85229"/>
                  <a:pt x="58224" y="85109"/>
                  <a:pt x="62381" y="82918"/>
                </a:cubicBezTo>
                <a:cubicBezTo>
                  <a:pt x="65059" y="81507"/>
                  <a:pt x="68867" y="78315"/>
                  <a:pt x="69254" y="75054"/>
                </a:cubicBezTo>
                <a:cubicBezTo>
                  <a:pt x="69471" y="73222"/>
                  <a:pt x="69028" y="71326"/>
                  <a:pt x="69489" y="69540"/>
                </a:cubicBezTo>
                <a:cubicBezTo>
                  <a:pt x="69946" y="67774"/>
                  <a:pt x="71221" y="66356"/>
                  <a:pt x="72134" y="64776"/>
                </a:cubicBezTo>
                <a:cubicBezTo>
                  <a:pt x="73046" y="63197"/>
                  <a:pt x="73565" y="61099"/>
                  <a:pt x="72497" y="59619"/>
                </a:cubicBezTo>
                <a:cubicBezTo>
                  <a:pt x="72126" y="59106"/>
                  <a:pt x="71578" y="58688"/>
                  <a:pt x="71419" y="58074"/>
                </a:cubicBezTo>
                <a:cubicBezTo>
                  <a:pt x="71082" y="56765"/>
                  <a:pt x="72622" y="55844"/>
                  <a:pt x="73456" y="54780"/>
                </a:cubicBezTo>
                <a:cubicBezTo>
                  <a:pt x="77575" y="49525"/>
                  <a:pt x="69729" y="43645"/>
                  <a:pt x="68710" y="39140"/>
                </a:cubicBezTo>
                <a:cubicBezTo>
                  <a:pt x="68393" y="37744"/>
                  <a:pt x="68387" y="36282"/>
                  <a:pt x="67983" y="34908"/>
                </a:cubicBezTo>
                <a:cubicBezTo>
                  <a:pt x="66595" y="30175"/>
                  <a:pt x="61170" y="28006"/>
                  <a:pt x="56320" y="27106"/>
                </a:cubicBezTo>
                <a:cubicBezTo>
                  <a:pt x="54697" y="26804"/>
                  <a:pt x="52956" y="26522"/>
                  <a:pt x="51750" y="25395"/>
                </a:cubicBezTo>
                <a:cubicBezTo>
                  <a:pt x="50995" y="24691"/>
                  <a:pt x="50533" y="23724"/>
                  <a:pt x="49821" y="22977"/>
                </a:cubicBezTo>
                <a:cubicBezTo>
                  <a:pt x="48297" y="21379"/>
                  <a:pt x="46228" y="21270"/>
                  <a:pt x="44221" y="20773"/>
                </a:cubicBezTo>
                <a:cubicBezTo>
                  <a:pt x="42433" y="20333"/>
                  <a:pt x="40905" y="19464"/>
                  <a:pt x="39228" y="18621"/>
                </a:cubicBezTo>
                <a:cubicBezTo>
                  <a:pt x="35834" y="16913"/>
                  <a:pt x="32181" y="15086"/>
                  <a:pt x="30248" y="11639"/>
                </a:cubicBezTo>
                <a:cubicBezTo>
                  <a:pt x="29077" y="9550"/>
                  <a:pt x="28690" y="7088"/>
                  <a:pt x="27484" y="5020"/>
                </a:cubicBezTo>
                <a:cubicBezTo>
                  <a:pt x="25591" y="1772"/>
                  <a:pt x="21789" y="0"/>
                  <a:pt x="1800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ctrTitle"/>
          </p:nvPr>
        </p:nvSpPr>
        <p:spPr>
          <a:xfrm>
            <a:off x="886950" y="524625"/>
            <a:ext cx="7370100" cy="10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Obesity Levels Prediction</a:t>
            </a:r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1"/>
          </p:nvPr>
        </p:nvSpPr>
        <p:spPr>
          <a:xfrm>
            <a:off x="1560900" y="1546600"/>
            <a:ext cx="6022200" cy="695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tamaran" panose="020B0604020202020204" charset="0"/>
                <a:cs typeface="Catamaran" panose="020B0604020202020204" charset="0"/>
              </a:rPr>
              <a:t>Daud Rusyad Nurdin</a:t>
            </a:r>
            <a:endParaRPr lang="en" dirty="0">
              <a:latin typeface="Catamaran" panose="020B0604020202020204" charset="0"/>
              <a:cs typeface="Catamaran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DA/DS Bootcamp batch 34</a:t>
            </a:r>
            <a:endParaRPr dirty="0">
              <a:latin typeface="Catamaran" panose="020B0604020202020204" charset="0"/>
              <a:cs typeface="Catamaran" panose="020B0604020202020204" charset="0"/>
            </a:endParaRPr>
          </a:p>
        </p:txBody>
      </p:sp>
      <p:grpSp>
        <p:nvGrpSpPr>
          <p:cNvPr id="220" name="Google Shape;220;p28"/>
          <p:cNvGrpSpPr/>
          <p:nvPr/>
        </p:nvGrpSpPr>
        <p:grpSpPr>
          <a:xfrm>
            <a:off x="2903475" y="2502397"/>
            <a:ext cx="3277950" cy="2717902"/>
            <a:chOff x="2903475" y="2502397"/>
            <a:chExt cx="3277950" cy="2717902"/>
          </a:xfrm>
        </p:grpSpPr>
        <p:grpSp>
          <p:nvGrpSpPr>
            <p:cNvPr id="221" name="Google Shape;221;p28"/>
            <p:cNvGrpSpPr/>
            <p:nvPr/>
          </p:nvGrpSpPr>
          <p:grpSpPr>
            <a:xfrm>
              <a:off x="3316032" y="2502397"/>
              <a:ext cx="2511952" cy="2717902"/>
              <a:chOff x="1388725" y="238125"/>
              <a:chExt cx="4841850" cy="5238825"/>
            </a:xfrm>
          </p:grpSpPr>
          <p:sp>
            <p:nvSpPr>
              <p:cNvPr id="222" name="Google Shape;222;p28"/>
              <p:cNvSpPr/>
              <p:nvPr/>
            </p:nvSpPr>
            <p:spPr>
              <a:xfrm>
                <a:off x="1649450" y="238125"/>
                <a:ext cx="4122750" cy="3693200"/>
              </a:xfrm>
              <a:custGeom>
                <a:avLst/>
                <a:gdLst/>
                <a:ahLst/>
                <a:cxnLst/>
                <a:rect l="l" t="t" r="r" b="b"/>
                <a:pathLst>
                  <a:path w="164910" h="147728" extrusionOk="0">
                    <a:moveTo>
                      <a:pt x="10737" y="0"/>
                    </a:moveTo>
                    <a:cubicBezTo>
                      <a:pt x="4488" y="0"/>
                      <a:pt x="1" y="5075"/>
                      <a:pt x="766" y="11278"/>
                    </a:cubicBezTo>
                    <a:lnTo>
                      <a:pt x="16211" y="136449"/>
                    </a:lnTo>
                    <a:cubicBezTo>
                      <a:pt x="16977" y="142652"/>
                      <a:pt x="22716" y="147728"/>
                      <a:pt x="28966" y="147728"/>
                    </a:cubicBezTo>
                    <a:lnTo>
                      <a:pt x="139388" y="147728"/>
                    </a:lnTo>
                    <a:cubicBezTo>
                      <a:pt x="145638" y="147728"/>
                      <a:pt x="151256" y="142639"/>
                      <a:pt x="151874" y="136420"/>
                    </a:cubicBezTo>
                    <a:lnTo>
                      <a:pt x="164292" y="11308"/>
                    </a:lnTo>
                    <a:cubicBezTo>
                      <a:pt x="164910" y="5089"/>
                      <a:pt x="160300" y="0"/>
                      <a:pt x="1540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8"/>
              <p:cNvSpPr/>
              <p:nvPr/>
            </p:nvSpPr>
            <p:spPr>
              <a:xfrm>
                <a:off x="1716600" y="271400"/>
                <a:ext cx="3664275" cy="3684800"/>
              </a:xfrm>
              <a:custGeom>
                <a:avLst/>
                <a:gdLst/>
                <a:ahLst/>
                <a:cxnLst/>
                <a:rect l="l" t="t" r="r" b="b"/>
                <a:pathLst>
                  <a:path w="146571" h="147392" extrusionOk="0">
                    <a:moveTo>
                      <a:pt x="10951" y="0"/>
                    </a:moveTo>
                    <a:lnTo>
                      <a:pt x="10130" y="6"/>
                    </a:lnTo>
                    <a:cubicBezTo>
                      <a:pt x="10098" y="5"/>
                      <a:pt x="10066" y="4"/>
                      <a:pt x="10033" y="4"/>
                    </a:cubicBezTo>
                    <a:cubicBezTo>
                      <a:pt x="9779" y="4"/>
                      <a:pt x="9476" y="37"/>
                      <a:pt x="9122" y="76"/>
                    </a:cubicBezTo>
                    <a:cubicBezTo>
                      <a:pt x="8719" y="100"/>
                      <a:pt x="8264" y="199"/>
                      <a:pt x="7744" y="308"/>
                    </a:cubicBezTo>
                    <a:cubicBezTo>
                      <a:pt x="6719" y="562"/>
                      <a:pt x="5453" y="998"/>
                      <a:pt x="4160" y="1888"/>
                    </a:cubicBezTo>
                    <a:cubicBezTo>
                      <a:pt x="3999" y="2001"/>
                      <a:pt x="3835" y="2115"/>
                      <a:pt x="3669" y="2232"/>
                    </a:cubicBezTo>
                    <a:cubicBezTo>
                      <a:pt x="3515" y="2365"/>
                      <a:pt x="3358" y="2502"/>
                      <a:pt x="3197" y="2639"/>
                    </a:cubicBezTo>
                    <a:cubicBezTo>
                      <a:pt x="2864" y="2903"/>
                      <a:pt x="2581" y="3240"/>
                      <a:pt x="2270" y="3572"/>
                    </a:cubicBezTo>
                    <a:cubicBezTo>
                      <a:pt x="1702" y="4276"/>
                      <a:pt x="1137" y="5084"/>
                      <a:pt x="760" y="6046"/>
                    </a:cubicBezTo>
                    <a:cubicBezTo>
                      <a:pt x="364" y="7004"/>
                      <a:pt x="79" y="8044"/>
                      <a:pt x="29" y="9237"/>
                    </a:cubicBezTo>
                    <a:lnTo>
                      <a:pt x="0" y="9684"/>
                    </a:lnTo>
                    <a:lnTo>
                      <a:pt x="15" y="10092"/>
                    </a:lnTo>
                    <a:lnTo>
                      <a:pt x="29" y="10504"/>
                    </a:lnTo>
                    <a:lnTo>
                      <a:pt x="37" y="10712"/>
                    </a:lnTo>
                    <a:lnTo>
                      <a:pt x="39" y="10763"/>
                    </a:lnTo>
                    <a:lnTo>
                      <a:pt x="47" y="10856"/>
                    </a:lnTo>
                    <a:lnTo>
                      <a:pt x="56" y="10960"/>
                    </a:lnTo>
                    <a:cubicBezTo>
                      <a:pt x="106" y="11516"/>
                      <a:pt x="159" y="12084"/>
                      <a:pt x="210" y="12662"/>
                    </a:cubicBezTo>
                    <a:cubicBezTo>
                      <a:pt x="421" y="14981"/>
                      <a:pt x="650" y="17490"/>
                      <a:pt x="892" y="20170"/>
                    </a:cubicBezTo>
                    <a:cubicBezTo>
                      <a:pt x="1136" y="22850"/>
                      <a:pt x="1395" y="25702"/>
                      <a:pt x="1668" y="28709"/>
                    </a:cubicBezTo>
                    <a:cubicBezTo>
                      <a:pt x="1939" y="31715"/>
                      <a:pt x="2272" y="34871"/>
                      <a:pt x="2593" y="38168"/>
                    </a:cubicBezTo>
                    <a:cubicBezTo>
                      <a:pt x="3244" y="44759"/>
                      <a:pt x="3949" y="51899"/>
                      <a:pt x="4762" y="59444"/>
                    </a:cubicBezTo>
                    <a:cubicBezTo>
                      <a:pt x="5561" y="66989"/>
                      <a:pt x="6378" y="74950"/>
                      <a:pt x="7319" y="83174"/>
                    </a:cubicBezTo>
                    <a:cubicBezTo>
                      <a:pt x="7779" y="87292"/>
                      <a:pt x="8246" y="91468"/>
                      <a:pt x="8719" y="95701"/>
                    </a:cubicBezTo>
                    <a:cubicBezTo>
                      <a:pt x="9187" y="99936"/>
                      <a:pt x="9669" y="104220"/>
                      <a:pt x="10189" y="108534"/>
                    </a:cubicBezTo>
                    <a:cubicBezTo>
                      <a:pt x="11210" y="117169"/>
                      <a:pt x="12247" y="125940"/>
                      <a:pt x="13285" y="134712"/>
                    </a:cubicBezTo>
                    <a:cubicBezTo>
                      <a:pt x="13466" y="136083"/>
                      <a:pt x="13879" y="137399"/>
                      <a:pt x="14441" y="138628"/>
                    </a:cubicBezTo>
                    <a:cubicBezTo>
                      <a:pt x="15023" y="139849"/>
                      <a:pt x="15779" y="140954"/>
                      <a:pt x="16633" y="141960"/>
                    </a:cubicBezTo>
                    <a:cubicBezTo>
                      <a:pt x="17504" y="142953"/>
                      <a:pt x="18498" y="143811"/>
                      <a:pt x="19558" y="144567"/>
                    </a:cubicBezTo>
                    <a:cubicBezTo>
                      <a:pt x="20640" y="145296"/>
                      <a:pt x="21794" y="145905"/>
                      <a:pt x="23008" y="146375"/>
                    </a:cubicBezTo>
                    <a:cubicBezTo>
                      <a:pt x="23312" y="146491"/>
                      <a:pt x="23626" y="146582"/>
                      <a:pt x="23934" y="146685"/>
                    </a:cubicBezTo>
                    <a:lnTo>
                      <a:pt x="24401" y="146832"/>
                    </a:lnTo>
                    <a:lnTo>
                      <a:pt x="24878" y="146944"/>
                    </a:lnTo>
                    <a:cubicBezTo>
                      <a:pt x="25200" y="147016"/>
                      <a:pt x="25504" y="147095"/>
                      <a:pt x="25841" y="147154"/>
                    </a:cubicBezTo>
                    <a:lnTo>
                      <a:pt x="26895" y="147297"/>
                    </a:lnTo>
                    <a:cubicBezTo>
                      <a:pt x="27281" y="147353"/>
                      <a:pt x="27505" y="147346"/>
                      <a:pt x="27790" y="147361"/>
                    </a:cubicBezTo>
                    <a:lnTo>
                      <a:pt x="28201" y="147380"/>
                    </a:lnTo>
                    <a:lnTo>
                      <a:pt x="28521" y="147391"/>
                    </a:lnTo>
                    <a:lnTo>
                      <a:pt x="28726" y="147391"/>
                    </a:lnTo>
                    <a:lnTo>
                      <a:pt x="30369" y="147385"/>
                    </a:lnTo>
                    <a:lnTo>
                      <a:pt x="36910" y="147365"/>
                    </a:lnTo>
                    <a:lnTo>
                      <a:pt x="43400" y="147344"/>
                    </a:lnTo>
                    <a:cubicBezTo>
                      <a:pt x="45554" y="147323"/>
                      <a:pt x="47696" y="147303"/>
                      <a:pt x="49825" y="147283"/>
                    </a:cubicBezTo>
                    <a:lnTo>
                      <a:pt x="62430" y="147162"/>
                    </a:lnTo>
                    <a:cubicBezTo>
                      <a:pt x="70707" y="147104"/>
                      <a:pt x="78709" y="146962"/>
                      <a:pt x="86296" y="146843"/>
                    </a:cubicBezTo>
                    <a:cubicBezTo>
                      <a:pt x="90095" y="146779"/>
                      <a:pt x="93779" y="146718"/>
                      <a:pt x="97349" y="146658"/>
                    </a:cubicBezTo>
                    <a:cubicBezTo>
                      <a:pt x="100918" y="146580"/>
                      <a:pt x="104367" y="146504"/>
                      <a:pt x="107678" y="146432"/>
                    </a:cubicBezTo>
                    <a:lnTo>
                      <a:pt x="117179" y="146211"/>
                    </a:lnTo>
                    <a:lnTo>
                      <a:pt x="125749" y="145951"/>
                    </a:lnTo>
                    <a:cubicBezTo>
                      <a:pt x="128439" y="145869"/>
                      <a:pt x="130957" y="145793"/>
                      <a:pt x="133284" y="145722"/>
                    </a:cubicBezTo>
                    <a:cubicBezTo>
                      <a:pt x="133852" y="145715"/>
                      <a:pt x="134468" y="145663"/>
                      <a:pt x="135057" y="145617"/>
                    </a:cubicBezTo>
                    <a:cubicBezTo>
                      <a:pt x="135350" y="145590"/>
                      <a:pt x="135636" y="145526"/>
                      <a:pt x="135921" y="145482"/>
                    </a:cubicBezTo>
                    <a:cubicBezTo>
                      <a:pt x="136207" y="145439"/>
                      <a:pt x="136487" y="145387"/>
                      <a:pt x="136758" y="145306"/>
                    </a:cubicBezTo>
                    <a:cubicBezTo>
                      <a:pt x="137029" y="145234"/>
                      <a:pt x="137297" y="145164"/>
                      <a:pt x="137562" y="145093"/>
                    </a:cubicBezTo>
                    <a:cubicBezTo>
                      <a:pt x="137820" y="145000"/>
                      <a:pt x="138075" y="144908"/>
                      <a:pt x="138326" y="144817"/>
                    </a:cubicBezTo>
                    <a:cubicBezTo>
                      <a:pt x="138835" y="144654"/>
                      <a:pt x="139290" y="144391"/>
                      <a:pt x="139752" y="144192"/>
                    </a:cubicBezTo>
                    <a:cubicBezTo>
                      <a:pt x="141547" y="143257"/>
                      <a:pt x="142923" y="142056"/>
                      <a:pt x="143904" y="140855"/>
                    </a:cubicBezTo>
                    <a:cubicBezTo>
                      <a:pt x="144739" y="139844"/>
                      <a:pt x="145408" y="138708"/>
                      <a:pt x="145887" y="137488"/>
                    </a:cubicBezTo>
                    <a:cubicBezTo>
                      <a:pt x="146245" y="136496"/>
                      <a:pt x="146417" y="135676"/>
                      <a:pt x="146481" y="135149"/>
                    </a:cubicBezTo>
                    <a:cubicBezTo>
                      <a:pt x="146540" y="134618"/>
                      <a:pt x="146571" y="134344"/>
                      <a:pt x="146571" y="134344"/>
                    </a:cubicBezTo>
                    <a:lnTo>
                      <a:pt x="146292" y="134302"/>
                    </a:lnTo>
                    <a:cubicBezTo>
                      <a:pt x="146292" y="134302"/>
                      <a:pt x="146250" y="134575"/>
                      <a:pt x="146169" y="135103"/>
                    </a:cubicBezTo>
                    <a:cubicBezTo>
                      <a:pt x="146081" y="135630"/>
                      <a:pt x="145890" y="136376"/>
                      <a:pt x="145506" y="137328"/>
                    </a:cubicBezTo>
                    <a:cubicBezTo>
                      <a:pt x="145092" y="138258"/>
                      <a:pt x="144467" y="139370"/>
                      <a:pt x="143476" y="140475"/>
                    </a:cubicBezTo>
                    <a:cubicBezTo>
                      <a:pt x="142490" y="141578"/>
                      <a:pt x="141144" y="142674"/>
                      <a:pt x="139425" y="143512"/>
                    </a:cubicBezTo>
                    <a:cubicBezTo>
                      <a:pt x="137818" y="144262"/>
                      <a:pt x="135898" y="144774"/>
                      <a:pt x="133771" y="144774"/>
                    </a:cubicBezTo>
                    <a:cubicBezTo>
                      <a:pt x="133610" y="144774"/>
                      <a:pt x="133448" y="144771"/>
                      <a:pt x="133284" y="144765"/>
                    </a:cubicBezTo>
                    <a:cubicBezTo>
                      <a:pt x="130956" y="144763"/>
                      <a:pt x="128438" y="144761"/>
                      <a:pt x="125748" y="144759"/>
                    </a:cubicBezTo>
                    <a:cubicBezTo>
                      <a:pt x="120368" y="144753"/>
                      <a:pt x="114299" y="144746"/>
                      <a:pt x="107677" y="144740"/>
                    </a:cubicBezTo>
                    <a:cubicBezTo>
                      <a:pt x="94434" y="144727"/>
                      <a:pt x="78983" y="144712"/>
                      <a:pt x="62430" y="144695"/>
                    </a:cubicBezTo>
                    <a:cubicBezTo>
                      <a:pt x="54153" y="144687"/>
                      <a:pt x="45600" y="144678"/>
                      <a:pt x="36909" y="144670"/>
                    </a:cubicBezTo>
                    <a:lnTo>
                      <a:pt x="30368" y="144663"/>
                    </a:lnTo>
                    <a:lnTo>
                      <a:pt x="28726" y="144662"/>
                    </a:lnTo>
                    <a:lnTo>
                      <a:pt x="28520" y="144662"/>
                    </a:lnTo>
                    <a:lnTo>
                      <a:pt x="28327" y="144653"/>
                    </a:lnTo>
                    <a:lnTo>
                      <a:pt x="27917" y="144632"/>
                    </a:lnTo>
                    <a:cubicBezTo>
                      <a:pt x="27645" y="144616"/>
                      <a:pt x="27364" y="144619"/>
                      <a:pt x="27106" y="144570"/>
                    </a:cubicBezTo>
                    <a:cubicBezTo>
                      <a:pt x="26053" y="144465"/>
                      <a:pt x="24998" y="144167"/>
                      <a:pt x="23988" y="143808"/>
                    </a:cubicBezTo>
                    <a:cubicBezTo>
                      <a:pt x="22985" y="143415"/>
                      <a:pt x="22029" y="142903"/>
                      <a:pt x="21135" y="142299"/>
                    </a:cubicBezTo>
                    <a:cubicBezTo>
                      <a:pt x="20260" y="141668"/>
                      <a:pt x="19441" y="140957"/>
                      <a:pt x="18731" y="140141"/>
                    </a:cubicBezTo>
                    <a:cubicBezTo>
                      <a:pt x="18039" y="139315"/>
                      <a:pt x="17429" y="138419"/>
                      <a:pt x="16968" y="137444"/>
                    </a:cubicBezTo>
                    <a:cubicBezTo>
                      <a:pt x="16526" y="136463"/>
                      <a:pt x="16210" y="135428"/>
                      <a:pt x="16065" y="134363"/>
                    </a:cubicBezTo>
                    <a:cubicBezTo>
                      <a:pt x="11776" y="99310"/>
                      <a:pt x="7485" y="64257"/>
                      <a:pt x="4268" y="37968"/>
                    </a:cubicBezTo>
                    <a:cubicBezTo>
                      <a:pt x="3463" y="31395"/>
                      <a:pt x="2727" y="25370"/>
                      <a:pt x="2073" y="20030"/>
                    </a:cubicBezTo>
                    <a:cubicBezTo>
                      <a:pt x="1746" y="17359"/>
                      <a:pt x="1440" y="14861"/>
                      <a:pt x="1157" y="12550"/>
                    </a:cubicBezTo>
                    <a:cubicBezTo>
                      <a:pt x="1022" y="11392"/>
                      <a:pt x="837" y="10287"/>
                      <a:pt x="878" y="9237"/>
                    </a:cubicBezTo>
                    <a:cubicBezTo>
                      <a:pt x="890" y="8196"/>
                      <a:pt x="1126" y="7201"/>
                      <a:pt x="1463" y="6319"/>
                    </a:cubicBezTo>
                    <a:cubicBezTo>
                      <a:pt x="2137" y="4533"/>
                      <a:pt x="3323" y="3223"/>
                      <a:pt x="4501" y="2345"/>
                    </a:cubicBezTo>
                    <a:cubicBezTo>
                      <a:pt x="5686" y="1457"/>
                      <a:pt x="6880" y="990"/>
                      <a:pt x="7854" y="705"/>
                    </a:cubicBezTo>
                    <a:cubicBezTo>
                      <a:pt x="8350" y="581"/>
                      <a:pt x="8786" y="465"/>
                      <a:pt x="9175" y="427"/>
                    </a:cubicBezTo>
                    <a:cubicBezTo>
                      <a:pt x="9561" y="369"/>
                      <a:pt x="9885" y="319"/>
                      <a:pt x="10150" y="319"/>
                    </a:cubicBezTo>
                    <a:lnTo>
                      <a:pt x="10951" y="280"/>
                    </a:lnTo>
                    <a:lnTo>
                      <a:pt x="109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8"/>
              <p:cNvSpPr/>
              <p:nvPr/>
            </p:nvSpPr>
            <p:spPr>
              <a:xfrm>
                <a:off x="1835375" y="379550"/>
                <a:ext cx="3764750" cy="3408100"/>
              </a:xfrm>
              <a:custGeom>
                <a:avLst/>
                <a:gdLst/>
                <a:ahLst/>
                <a:cxnLst/>
                <a:rect l="l" t="t" r="r" b="b"/>
                <a:pathLst>
                  <a:path w="150590" h="136324" extrusionOk="0">
                    <a:moveTo>
                      <a:pt x="9862" y="0"/>
                    </a:moveTo>
                    <a:cubicBezTo>
                      <a:pt x="4125" y="0"/>
                      <a:pt x="0" y="4660"/>
                      <a:pt x="695" y="10355"/>
                    </a:cubicBezTo>
                    <a:lnTo>
                      <a:pt x="14812" y="125969"/>
                    </a:lnTo>
                    <a:cubicBezTo>
                      <a:pt x="15507" y="131664"/>
                      <a:pt x="20770" y="136324"/>
                      <a:pt x="26507" y="136324"/>
                    </a:cubicBezTo>
                    <a:lnTo>
                      <a:pt x="127229" y="136324"/>
                    </a:lnTo>
                    <a:cubicBezTo>
                      <a:pt x="132966" y="136324"/>
                      <a:pt x="138119" y="131651"/>
                      <a:pt x="138679" y="125942"/>
                    </a:cubicBezTo>
                    <a:lnTo>
                      <a:pt x="150028" y="10382"/>
                    </a:lnTo>
                    <a:cubicBezTo>
                      <a:pt x="150589" y="4672"/>
                      <a:pt x="146354" y="0"/>
                      <a:pt x="1406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8"/>
              <p:cNvSpPr/>
              <p:nvPr/>
            </p:nvSpPr>
            <p:spPr>
              <a:xfrm>
                <a:off x="3099500" y="663375"/>
                <a:ext cx="1186300" cy="628075"/>
              </a:xfrm>
              <a:custGeom>
                <a:avLst/>
                <a:gdLst/>
                <a:ahLst/>
                <a:cxnLst/>
                <a:rect l="l" t="t" r="r" b="b"/>
                <a:pathLst>
                  <a:path w="47452" h="25123" extrusionOk="0">
                    <a:moveTo>
                      <a:pt x="12640" y="1"/>
                    </a:moveTo>
                    <a:cubicBezTo>
                      <a:pt x="5660" y="1"/>
                      <a:pt x="0" y="5625"/>
                      <a:pt x="0" y="12562"/>
                    </a:cubicBezTo>
                    <a:cubicBezTo>
                      <a:pt x="0" y="19499"/>
                      <a:pt x="5660" y="25123"/>
                      <a:pt x="12640" y="25123"/>
                    </a:cubicBezTo>
                    <a:lnTo>
                      <a:pt x="34811" y="25123"/>
                    </a:lnTo>
                    <a:cubicBezTo>
                      <a:pt x="41793" y="25123"/>
                      <a:pt x="47451" y="19499"/>
                      <a:pt x="47451" y="12562"/>
                    </a:cubicBezTo>
                    <a:cubicBezTo>
                      <a:pt x="47451" y="5625"/>
                      <a:pt x="41793" y="1"/>
                      <a:pt x="348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8"/>
              <p:cNvSpPr/>
              <p:nvPr/>
            </p:nvSpPr>
            <p:spPr>
              <a:xfrm>
                <a:off x="3674025" y="661675"/>
                <a:ext cx="26550" cy="401050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6042" extrusionOk="0">
                    <a:moveTo>
                      <a:pt x="531" y="0"/>
                    </a:moveTo>
                    <a:cubicBezTo>
                      <a:pt x="238" y="0"/>
                      <a:pt x="1" y="237"/>
                      <a:pt x="1" y="531"/>
                    </a:cubicBezTo>
                    <a:lnTo>
                      <a:pt x="1" y="15512"/>
                    </a:lnTo>
                    <a:cubicBezTo>
                      <a:pt x="0" y="15804"/>
                      <a:pt x="238" y="16042"/>
                      <a:pt x="531" y="16042"/>
                    </a:cubicBezTo>
                    <a:cubicBezTo>
                      <a:pt x="824" y="16042"/>
                      <a:pt x="1062" y="15804"/>
                      <a:pt x="1062" y="15512"/>
                    </a:cubicBezTo>
                    <a:lnTo>
                      <a:pt x="1062" y="531"/>
                    </a:lnTo>
                    <a:cubicBezTo>
                      <a:pt x="1062" y="237"/>
                      <a:pt x="824" y="0"/>
                      <a:pt x="5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8"/>
              <p:cNvSpPr/>
              <p:nvPr/>
            </p:nvSpPr>
            <p:spPr>
              <a:xfrm>
                <a:off x="3079950" y="972125"/>
                <a:ext cx="147925" cy="48625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1945" extrusionOk="0">
                    <a:moveTo>
                      <a:pt x="293" y="0"/>
                    </a:moveTo>
                    <a:cubicBezTo>
                      <a:pt x="176" y="0"/>
                      <a:pt x="69" y="79"/>
                      <a:pt x="37" y="197"/>
                    </a:cubicBezTo>
                    <a:cubicBezTo>
                      <a:pt x="1" y="338"/>
                      <a:pt x="83" y="483"/>
                      <a:pt x="224" y="522"/>
                    </a:cubicBezTo>
                    <a:lnTo>
                      <a:pt x="5568" y="1936"/>
                    </a:lnTo>
                    <a:cubicBezTo>
                      <a:pt x="5590" y="1941"/>
                      <a:pt x="5613" y="1945"/>
                      <a:pt x="5635" y="1945"/>
                    </a:cubicBezTo>
                    <a:cubicBezTo>
                      <a:pt x="5770" y="1945"/>
                      <a:pt x="5882" y="1846"/>
                      <a:pt x="5899" y="1714"/>
                    </a:cubicBezTo>
                    <a:cubicBezTo>
                      <a:pt x="5916" y="1581"/>
                      <a:pt x="5832" y="1457"/>
                      <a:pt x="5704" y="1423"/>
                    </a:cubicBezTo>
                    <a:lnTo>
                      <a:pt x="359" y="9"/>
                    </a:lnTo>
                    <a:cubicBezTo>
                      <a:pt x="337" y="3"/>
                      <a:pt x="315" y="0"/>
                      <a:pt x="2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8"/>
              <p:cNvSpPr/>
              <p:nvPr/>
            </p:nvSpPr>
            <p:spPr>
              <a:xfrm>
                <a:off x="3213275" y="688775"/>
                <a:ext cx="13690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5476" h="7352" extrusionOk="0">
                    <a:moveTo>
                      <a:pt x="303" y="0"/>
                    </a:moveTo>
                    <a:cubicBezTo>
                      <a:pt x="250" y="0"/>
                      <a:pt x="197" y="16"/>
                      <a:pt x="150" y="49"/>
                    </a:cubicBezTo>
                    <a:cubicBezTo>
                      <a:pt x="29" y="134"/>
                      <a:pt x="1" y="299"/>
                      <a:pt x="86" y="419"/>
                    </a:cubicBezTo>
                    <a:lnTo>
                      <a:pt x="4918" y="7240"/>
                    </a:lnTo>
                    <a:cubicBezTo>
                      <a:pt x="4968" y="7311"/>
                      <a:pt x="5049" y="7352"/>
                      <a:pt x="5135" y="7352"/>
                    </a:cubicBezTo>
                    <a:cubicBezTo>
                      <a:pt x="5349" y="7352"/>
                      <a:pt x="5475" y="7109"/>
                      <a:pt x="5351" y="6933"/>
                    </a:cubicBezTo>
                    <a:lnTo>
                      <a:pt x="519" y="112"/>
                    </a:lnTo>
                    <a:cubicBezTo>
                      <a:pt x="467" y="39"/>
                      <a:pt x="386" y="0"/>
                      <a:pt x="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8"/>
              <p:cNvSpPr/>
              <p:nvPr/>
            </p:nvSpPr>
            <p:spPr>
              <a:xfrm>
                <a:off x="3531975" y="627025"/>
                <a:ext cx="30075" cy="1966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7864" extrusionOk="0">
                    <a:moveTo>
                      <a:pt x="285" y="0"/>
                    </a:moveTo>
                    <a:cubicBezTo>
                      <a:pt x="275" y="0"/>
                      <a:pt x="265" y="1"/>
                      <a:pt x="255" y="2"/>
                    </a:cubicBezTo>
                    <a:cubicBezTo>
                      <a:pt x="109" y="16"/>
                      <a:pt x="1" y="144"/>
                      <a:pt x="15" y="290"/>
                    </a:cubicBezTo>
                    <a:lnTo>
                      <a:pt x="661" y="7622"/>
                    </a:lnTo>
                    <a:cubicBezTo>
                      <a:pt x="673" y="7758"/>
                      <a:pt x="787" y="7863"/>
                      <a:pt x="925" y="7864"/>
                    </a:cubicBezTo>
                    <a:cubicBezTo>
                      <a:pt x="930" y="7864"/>
                      <a:pt x="935" y="7863"/>
                      <a:pt x="941" y="7863"/>
                    </a:cubicBezTo>
                    <a:cubicBezTo>
                      <a:pt x="943" y="7863"/>
                      <a:pt x="946" y="7864"/>
                      <a:pt x="949" y="7864"/>
                    </a:cubicBezTo>
                    <a:cubicBezTo>
                      <a:pt x="1094" y="7850"/>
                      <a:pt x="1202" y="7722"/>
                      <a:pt x="1189" y="7576"/>
                    </a:cubicBezTo>
                    <a:lnTo>
                      <a:pt x="542" y="244"/>
                    </a:lnTo>
                    <a:cubicBezTo>
                      <a:pt x="531" y="108"/>
                      <a:pt x="417" y="0"/>
                      <a:pt x="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8"/>
              <p:cNvSpPr/>
              <p:nvPr/>
            </p:nvSpPr>
            <p:spPr>
              <a:xfrm>
                <a:off x="3140000" y="803875"/>
                <a:ext cx="118100" cy="81625"/>
              </a:xfrm>
              <a:custGeom>
                <a:avLst/>
                <a:gdLst/>
                <a:ahLst/>
                <a:cxnLst/>
                <a:rect l="l" t="t" r="r" b="b"/>
                <a:pathLst>
                  <a:path w="4724" h="3265" extrusionOk="0">
                    <a:moveTo>
                      <a:pt x="151" y="1"/>
                    </a:moveTo>
                    <a:cubicBezTo>
                      <a:pt x="109" y="1"/>
                      <a:pt x="67" y="21"/>
                      <a:pt x="41" y="58"/>
                    </a:cubicBezTo>
                    <a:cubicBezTo>
                      <a:pt x="0" y="120"/>
                      <a:pt x="16" y="204"/>
                      <a:pt x="79" y="244"/>
                    </a:cubicBezTo>
                    <a:lnTo>
                      <a:pt x="4468" y="3240"/>
                    </a:lnTo>
                    <a:cubicBezTo>
                      <a:pt x="4489" y="3256"/>
                      <a:pt x="4516" y="3264"/>
                      <a:pt x="4543" y="3264"/>
                    </a:cubicBezTo>
                    <a:lnTo>
                      <a:pt x="4543" y="3263"/>
                    </a:lnTo>
                    <a:cubicBezTo>
                      <a:pt x="4671" y="3262"/>
                      <a:pt x="4724" y="3096"/>
                      <a:pt x="4618" y="3022"/>
                    </a:cubicBezTo>
                    <a:lnTo>
                      <a:pt x="228" y="26"/>
                    </a:lnTo>
                    <a:cubicBezTo>
                      <a:pt x="205" y="9"/>
                      <a:pt x="178" y="1"/>
                      <a:pt x="1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8"/>
              <p:cNvSpPr/>
              <p:nvPr/>
            </p:nvSpPr>
            <p:spPr>
              <a:xfrm>
                <a:off x="3107700" y="862625"/>
                <a:ext cx="131750" cy="56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2263" extrusionOk="0">
                    <a:moveTo>
                      <a:pt x="150" y="0"/>
                    </a:moveTo>
                    <a:cubicBezTo>
                      <a:pt x="98" y="0"/>
                      <a:pt x="48" y="31"/>
                      <a:pt x="27" y="83"/>
                    </a:cubicBezTo>
                    <a:cubicBezTo>
                      <a:pt x="0" y="151"/>
                      <a:pt x="33" y="228"/>
                      <a:pt x="100" y="256"/>
                    </a:cubicBezTo>
                    <a:lnTo>
                      <a:pt x="5034" y="2252"/>
                    </a:lnTo>
                    <a:cubicBezTo>
                      <a:pt x="5050" y="2259"/>
                      <a:pt x="5066" y="2261"/>
                      <a:pt x="5083" y="2262"/>
                    </a:cubicBezTo>
                    <a:cubicBezTo>
                      <a:pt x="5230" y="2262"/>
                      <a:pt x="5269" y="2060"/>
                      <a:pt x="5133" y="2006"/>
                    </a:cubicBezTo>
                    <a:lnTo>
                      <a:pt x="200" y="10"/>
                    </a:lnTo>
                    <a:cubicBezTo>
                      <a:pt x="184" y="3"/>
                      <a:pt x="167" y="0"/>
                      <a:pt x="1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8"/>
              <p:cNvSpPr/>
              <p:nvPr/>
            </p:nvSpPr>
            <p:spPr>
              <a:xfrm>
                <a:off x="3090650" y="918075"/>
                <a:ext cx="133750" cy="48125"/>
              </a:xfrm>
              <a:custGeom>
                <a:avLst/>
                <a:gdLst/>
                <a:ahLst/>
                <a:cxnLst/>
                <a:rect l="l" t="t" r="r" b="b"/>
                <a:pathLst>
                  <a:path w="5350" h="1925" extrusionOk="0">
                    <a:moveTo>
                      <a:pt x="148" y="1"/>
                    </a:moveTo>
                    <a:cubicBezTo>
                      <a:pt x="93" y="1"/>
                      <a:pt x="41" y="37"/>
                      <a:pt x="23" y="93"/>
                    </a:cubicBezTo>
                    <a:cubicBezTo>
                      <a:pt x="1" y="164"/>
                      <a:pt x="38" y="238"/>
                      <a:pt x="109" y="262"/>
                    </a:cubicBezTo>
                    <a:lnTo>
                      <a:pt x="5167" y="1918"/>
                    </a:lnTo>
                    <a:cubicBezTo>
                      <a:pt x="5180" y="1923"/>
                      <a:pt x="5194" y="1925"/>
                      <a:pt x="5207" y="1925"/>
                    </a:cubicBezTo>
                    <a:lnTo>
                      <a:pt x="5209" y="1925"/>
                    </a:lnTo>
                    <a:cubicBezTo>
                      <a:pt x="5273" y="1924"/>
                      <a:pt x="5329" y="1877"/>
                      <a:pt x="5339" y="1812"/>
                    </a:cubicBezTo>
                    <a:cubicBezTo>
                      <a:pt x="5350" y="1748"/>
                      <a:pt x="5311" y="1686"/>
                      <a:pt x="5250" y="1665"/>
                    </a:cubicBezTo>
                    <a:lnTo>
                      <a:pt x="191" y="8"/>
                    </a:lnTo>
                    <a:cubicBezTo>
                      <a:pt x="177" y="3"/>
                      <a:pt x="162" y="1"/>
                      <a:pt x="1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8"/>
              <p:cNvSpPr/>
              <p:nvPr/>
            </p:nvSpPr>
            <p:spPr>
              <a:xfrm>
                <a:off x="3174800" y="757325"/>
                <a:ext cx="110975" cy="90725"/>
              </a:xfrm>
              <a:custGeom>
                <a:avLst/>
                <a:gdLst/>
                <a:ahLst/>
                <a:cxnLst/>
                <a:rect l="l" t="t" r="r" b="b"/>
                <a:pathLst>
                  <a:path w="4439" h="3629" extrusionOk="0">
                    <a:moveTo>
                      <a:pt x="149" y="0"/>
                    </a:moveTo>
                    <a:cubicBezTo>
                      <a:pt x="111" y="0"/>
                      <a:pt x="73" y="17"/>
                      <a:pt x="46" y="49"/>
                    </a:cubicBezTo>
                    <a:cubicBezTo>
                      <a:pt x="1" y="105"/>
                      <a:pt x="8" y="187"/>
                      <a:pt x="62" y="233"/>
                    </a:cubicBezTo>
                    <a:lnTo>
                      <a:pt x="4174" y="3598"/>
                    </a:lnTo>
                    <a:cubicBezTo>
                      <a:pt x="4196" y="3617"/>
                      <a:pt x="4227" y="3628"/>
                      <a:pt x="4258" y="3628"/>
                    </a:cubicBezTo>
                    <a:lnTo>
                      <a:pt x="4258" y="3627"/>
                    </a:lnTo>
                    <a:cubicBezTo>
                      <a:pt x="4258" y="3627"/>
                      <a:pt x="4259" y="3627"/>
                      <a:pt x="4259" y="3627"/>
                    </a:cubicBezTo>
                    <a:cubicBezTo>
                      <a:pt x="4382" y="3627"/>
                      <a:pt x="4438" y="3471"/>
                      <a:pt x="4341" y="3393"/>
                    </a:cubicBezTo>
                    <a:lnTo>
                      <a:pt x="231" y="29"/>
                    </a:lnTo>
                    <a:cubicBezTo>
                      <a:pt x="206" y="9"/>
                      <a:pt x="178" y="0"/>
                      <a:pt x="1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8"/>
              <p:cNvSpPr/>
              <p:nvPr/>
            </p:nvSpPr>
            <p:spPr>
              <a:xfrm>
                <a:off x="3407200" y="621675"/>
                <a:ext cx="44025" cy="142275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691" extrusionOk="0">
                    <a:moveTo>
                      <a:pt x="150" y="0"/>
                    </a:moveTo>
                    <a:cubicBezTo>
                      <a:pt x="138" y="0"/>
                      <a:pt x="126" y="2"/>
                      <a:pt x="114" y="5"/>
                    </a:cubicBezTo>
                    <a:cubicBezTo>
                      <a:pt x="42" y="25"/>
                      <a:pt x="0" y="100"/>
                      <a:pt x="22" y="173"/>
                    </a:cubicBezTo>
                    <a:lnTo>
                      <a:pt x="1486" y="5592"/>
                    </a:lnTo>
                    <a:cubicBezTo>
                      <a:pt x="1502" y="5649"/>
                      <a:pt x="1554" y="5689"/>
                      <a:pt x="1613" y="5690"/>
                    </a:cubicBezTo>
                    <a:cubicBezTo>
                      <a:pt x="1626" y="5690"/>
                      <a:pt x="1637" y="5688"/>
                      <a:pt x="1649" y="5686"/>
                    </a:cubicBezTo>
                    <a:cubicBezTo>
                      <a:pt x="1719" y="5666"/>
                      <a:pt x="1760" y="5593"/>
                      <a:pt x="1742" y="5523"/>
                    </a:cubicBezTo>
                    <a:lnTo>
                      <a:pt x="278" y="102"/>
                    </a:lnTo>
                    <a:cubicBezTo>
                      <a:pt x="264" y="41"/>
                      <a:pt x="210" y="0"/>
                      <a:pt x="1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8"/>
              <p:cNvSpPr/>
              <p:nvPr/>
            </p:nvSpPr>
            <p:spPr>
              <a:xfrm>
                <a:off x="3337875" y="641950"/>
                <a:ext cx="64000" cy="135325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5413" extrusionOk="0">
                    <a:moveTo>
                      <a:pt x="151" y="1"/>
                    </a:moveTo>
                    <a:cubicBezTo>
                      <a:pt x="133" y="1"/>
                      <a:pt x="115" y="5"/>
                      <a:pt x="98" y="12"/>
                    </a:cubicBezTo>
                    <a:cubicBezTo>
                      <a:pt x="32" y="41"/>
                      <a:pt x="1" y="118"/>
                      <a:pt x="28" y="185"/>
                    </a:cubicBezTo>
                    <a:lnTo>
                      <a:pt x="2287" y="5333"/>
                    </a:lnTo>
                    <a:cubicBezTo>
                      <a:pt x="2308" y="5381"/>
                      <a:pt x="2356" y="5413"/>
                      <a:pt x="2408" y="5413"/>
                    </a:cubicBezTo>
                    <a:cubicBezTo>
                      <a:pt x="2427" y="5413"/>
                      <a:pt x="2446" y="5408"/>
                      <a:pt x="2461" y="5401"/>
                    </a:cubicBezTo>
                    <a:cubicBezTo>
                      <a:pt x="2529" y="5372"/>
                      <a:pt x="2559" y="5293"/>
                      <a:pt x="2530" y="5226"/>
                    </a:cubicBezTo>
                    <a:lnTo>
                      <a:pt x="272" y="78"/>
                    </a:lnTo>
                    <a:cubicBezTo>
                      <a:pt x="250" y="30"/>
                      <a:pt x="201" y="1"/>
                      <a:pt x="1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8"/>
              <p:cNvSpPr/>
              <p:nvPr/>
            </p:nvSpPr>
            <p:spPr>
              <a:xfrm>
                <a:off x="3277425" y="675175"/>
                <a:ext cx="76150" cy="125250"/>
              </a:xfrm>
              <a:custGeom>
                <a:avLst/>
                <a:gdLst/>
                <a:ahLst/>
                <a:cxnLst/>
                <a:rect l="l" t="t" r="r" b="b"/>
                <a:pathLst>
                  <a:path w="3046" h="5010" extrusionOk="0">
                    <a:moveTo>
                      <a:pt x="151" y="0"/>
                    </a:moveTo>
                    <a:cubicBezTo>
                      <a:pt x="129" y="0"/>
                      <a:pt x="106" y="6"/>
                      <a:pt x="86" y="18"/>
                    </a:cubicBezTo>
                    <a:cubicBezTo>
                      <a:pt x="22" y="55"/>
                      <a:pt x="0" y="136"/>
                      <a:pt x="37" y="200"/>
                    </a:cubicBezTo>
                    <a:lnTo>
                      <a:pt x="2765" y="4943"/>
                    </a:lnTo>
                    <a:cubicBezTo>
                      <a:pt x="2787" y="4985"/>
                      <a:pt x="2832" y="5010"/>
                      <a:pt x="2880" y="5010"/>
                    </a:cubicBezTo>
                    <a:cubicBezTo>
                      <a:pt x="2982" y="5010"/>
                      <a:pt x="3046" y="4899"/>
                      <a:pt x="2994" y="4811"/>
                    </a:cubicBezTo>
                    <a:lnTo>
                      <a:pt x="268" y="67"/>
                    </a:lnTo>
                    <a:cubicBezTo>
                      <a:pt x="242" y="25"/>
                      <a:pt x="197" y="0"/>
                      <a:pt x="1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8"/>
              <p:cNvSpPr/>
              <p:nvPr/>
            </p:nvSpPr>
            <p:spPr>
              <a:xfrm>
                <a:off x="3469075" y="621775"/>
                <a:ext cx="25500" cy="142175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5687" extrusionOk="0">
                    <a:moveTo>
                      <a:pt x="143" y="0"/>
                    </a:moveTo>
                    <a:cubicBezTo>
                      <a:pt x="137" y="0"/>
                      <a:pt x="131" y="1"/>
                      <a:pt x="125" y="1"/>
                    </a:cubicBezTo>
                    <a:cubicBezTo>
                      <a:pt x="52" y="11"/>
                      <a:pt x="1" y="78"/>
                      <a:pt x="11" y="151"/>
                    </a:cubicBezTo>
                    <a:lnTo>
                      <a:pt x="748" y="5571"/>
                    </a:lnTo>
                    <a:cubicBezTo>
                      <a:pt x="757" y="5636"/>
                      <a:pt x="813" y="5685"/>
                      <a:pt x="879" y="5686"/>
                    </a:cubicBezTo>
                    <a:cubicBezTo>
                      <a:pt x="885" y="5685"/>
                      <a:pt x="891" y="5685"/>
                      <a:pt x="897" y="5684"/>
                    </a:cubicBezTo>
                    <a:cubicBezTo>
                      <a:pt x="970" y="5675"/>
                      <a:pt x="1020" y="5608"/>
                      <a:pt x="1011" y="5535"/>
                    </a:cubicBezTo>
                    <a:lnTo>
                      <a:pt x="274" y="115"/>
                    </a:lnTo>
                    <a:cubicBezTo>
                      <a:pt x="264" y="49"/>
                      <a:pt x="208" y="0"/>
                      <a:pt x="1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8"/>
              <p:cNvSpPr/>
              <p:nvPr/>
            </p:nvSpPr>
            <p:spPr>
              <a:xfrm>
                <a:off x="3593300" y="659800"/>
                <a:ext cx="11200" cy="10155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4062" extrusionOk="0">
                    <a:moveTo>
                      <a:pt x="149" y="0"/>
                    </a:moveTo>
                    <a:cubicBezTo>
                      <a:pt x="143" y="0"/>
                      <a:pt x="137" y="1"/>
                      <a:pt x="130" y="1"/>
                    </a:cubicBezTo>
                    <a:cubicBezTo>
                      <a:pt x="58" y="5"/>
                      <a:pt x="1" y="67"/>
                      <a:pt x="4" y="140"/>
                    </a:cubicBezTo>
                    <a:lnTo>
                      <a:pt x="180" y="3935"/>
                    </a:lnTo>
                    <a:cubicBezTo>
                      <a:pt x="184" y="4006"/>
                      <a:pt x="242" y="4062"/>
                      <a:pt x="312" y="4062"/>
                    </a:cubicBezTo>
                    <a:lnTo>
                      <a:pt x="319" y="4062"/>
                    </a:lnTo>
                    <a:cubicBezTo>
                      <a:pt x="392" y="4058"/>
                      <a:pt x="448" y="3996"/>
                      <a:pt x="445" y="3923"/>
                    </a:cubicBezTo>
                    <a:lnTo>
                      <a:pt x="269" y="128"/>
                    </a:lnTo>
                    <a:cubicBezTo>
                      <a:pt x="266" y="60"/>
                      <a:pt x="225" y="0"/>
                      <a:pt x="1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8"/>
              <p:cNvSpPr/>
              <p:nvPr/>
            </p:nvSpPr>
            <p:spPr>
              <a:xfrm>
                <a:off x="3636475" y="657850"/>
                <a:ext cx="11225" cy="10150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060" extrusionOk="0">
                    <a:moveTo>
                      <a:pt x="138" y="1"/>
                    </a:moveTo>
                    <a:cubicBezTo>
                      <a:pt x="135" y="1"/>
                      <a:pt x="133" y="1"/>
                      <a:pt x="130" y="1"/>
                    </a:cubicBezTo>
                    <a:cubicBezTo>
                      <a:pt x="57" y="4"/>
                      <a:pt x="1" y="66"/>
                      <a:pt x="4" y="139"/>
                    </a:cubicBezTo>
                    <a:lnTo>
                      <a:pt x="180" y="3934"/>
                    </a:lnTo>
                    <a:cubicBezTo>
                      <a:pt x="184" y="4004"/>
                      <a:pt x="242" y="4060"/>
                      <a:pt x="313" y="4060"/>
                    </a:cubicBezTo>
                    <a:lnTo>
                      <a:pt x="319" y="4060"/>
                    </a:lnTo>
                    <a:cubicBezTo>
                      <a:pt x="392" y="4057"/>
                      <a:pt x="449" y="3995"/>
                      <a:pt x="445" y="3921"/>
                    </a:cubicBezTo>
                    <a:lnTo>
                      <a:pt x="269" y="127"/>
                    </a:lnTo>
                    <a:cubicBezTo>
                      <a:pt x="266" y="57"/>
                      <a:pt x="219" y="1"/>
                      <a:pt x="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8"/>
              <p:cNvSpPr/>
              <p:nvPr/>
            </p:nvSpPr>
            <p:spPr>
              <a:xfrm>
                <a:off x="4152300" y="968700"/>
                <a:ext cx="147850" cy="48650"/>
              </a:xfrm>
              <a:custGeom>
                <a:avLst/>
                <a:gdLst/>
                <a:ahLst/>
                <a:cxnLst/>
                <a:rect l="l" t="t" r="r" b="b"/>
                <a:pathLst>
                  <a:path w="5914" h="1946" extrusionOk="0">
                    <a:moveTo>
                      <a:pt x="5619" y="1"/>
                    </a:moveTo>
                    <a:cubicBezTo>
                      <a:pt x="5598" y="1"/>
                      <a:pt x="5578" y="3"/>
                      <a:pt x="5557" y="8"/>
                    </a:cubicBezTo>
                    <a:lnTo>
                      <a:pt x="213" y="1423"/>
                    </a:lnTo>
                    <a:cubicBezTo>
                      <a:pt x="83" y="1457"/>
                      <a:pt x="0" y="1581"/>
                      <a:pt x="17" y="1713"/>
                    </a:cubicBezTo>
                    <a:cubicBezTo>
                      <a:pt x="34" y="1846"/>
                      <a:pt x="147" y="1944"/>
                      <a:pt x="280" y="1945"/>
                    </a:cubicBezTo>
                    <a:cubicBezTo>
                      <a:pt x="303" y="1944"/>
                      <a:pt x="326" y="1942"/>
                      <a:pt x="348" y="1936"/>
                    </a:cubicBezTo>
                    <a:lnTo>
                      <a:pt x="5693" y="521"/>
                    </a:lnTo>
                    <a:cubicBezTo>
                      <a:pt x="5832" y="481"/>
                      <a:pt x="5914" y="338"/>
                      <a:pt x="5876" y="199"/>
                    </a:cubicBezTo>
                    <a:cubicBezTo>
                      <a:pt x="5845" y="80"/>
                      <a:pt x="5737" y="1"/>
                      <a:pt x="56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8"/>
              <p:cNvSpPr/>
              <p:nvPr/>
            </p:nvSpPr>
            <p:spPr>
              <a:xfrm>
                <a:off x="4031000" y="685350"/>
                <a:ext cx="135850" cy="183825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7353" extrusionOk="0">
                    <a:moveTo>
                      <a:pt x="5133" y="0"/>
                    </a:moveTo>
                    <a:cubicBezTo>
                      <a:pt x="5050" y="0"/>
                      <a:pt x="4968" y="39"/>
                      <a:pt x="4916" y="111"/>
                    </a:cubicBezTo>
                    <a:lnTo>
                      <a:pt x="85" y="6934"/>
                    </a:lnTo>
                    <a:cubicBezTo>
                      <a:pt x="0" y="7053"/>
                      <a:pt x="28" y="7218"/>
                      <a:pt x="148" y="7303"/>
                    </a:cubicBezTo>
                    <a:cubicBezTo>
                      <a:pt x="193" y="7335"/>
                      <a:pt x="246" y="7352"/>
                      <a:pt x="301" y="7352"/>
                    </a:cubicBezTo>
                    <a:cubicBezTo>
                      <a:pt x="387" y="7352"/>
                      <a:pt x="468" y="7310"/>
                      <a:pt x="517" y="7240"/>
                    </a:cubicBezTo>
                    <a:lnTo>
                      <a:pt x="5348" y="419"/>
                    </a:lnTo>
                    <a:cubicBezTo>
                      <a:pt x="5434" y="299"/>
                      <a:pt x="5405" y="134"/>
                      <a:pt x="5286" y="49"/>
                    </a:cubicBezTo>
                    <a:cubicBezTo>
                      <a:pt x="5239" y="16"/>
                      <a:pt x="5186" y="0"/>
                      <a:pt x="51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8"/>
              <p:cNvSpPr/>
              <p:nvPr/>
            </p:nvSpPr>
            <p:spPr>
              <a:xfrm>
                <a:off x="3818125" y="623575"/>
                <a:ext cx="30025" cy="196650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7866" extrusionOk="0">
                    <a:moveTo>
                      <a:pt x="921" y="1"/>
                    </a:moveTo>
                    <a:cubicBezTo>
                      <a:pt x="785" y="1"/>
                      <a:pt x="669" y="107"/>
                      <a:pt x="659" y="245"/>
                    </a:cubicBezTo>
                    <a:lnTo>
                      <a:pt x="13" y="7577"/>
                    </a:lnTo>
                    <a:cubicBezTo>
                      <a:pt x="0" y="7722"/>
                      <a:pt x="109" y="7851"/>
                      <a:pt x="254" y="7864"/>
                    </a:cubicBezTo>
                    <a:cubicBezTo>
                      <a:pt x="262" y="7865"/>
                      <a:pt x="270" y="7865"/>
                      <a:pt x="278" y="7865"/>
                    </a:cubicBezTo>
                    <a:cubicBezTo>
                      <a:pt x="416" y="7864"/>
                      <a:pt x="531" y="7760"/>
                      <a:pt x="542" y="7622"/>
                    </a:cubicBezTo>
                    <a:lnTo>
                      <a:pt x="1188" y="290"/>
                    </a:lnTo>
                    <a:cubicBezTo>
                      <a:pt x="1201" y="145"/>
                      <a:pt x="1093" y="16"/>
                      <a:pt x="947" y="2"/>
                    </a:cubicBezTo>
                    <a:cubicBezTo>
                      <a:pt x="938" y="1"/>
                      <a:pt x="929" y="1"/>
                      <a:pt x="9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8"/>
              <p:cNvSpPr/>
              <p:nvPr/>
            </p:nvSpPr>
            <p:spPr>
              <a:xfrm>
                <a:off x="4122000" y="800550"/>
                <a:ext cx="118025" cy="81525"/>
              </a:xfrm>
              <a:custGeom>
                <a:avLst/>
                <a:gdLst/>
                <a:ahLst/>
                <a:cxnLst/>
                <a:rect l="l" t="t" r="r" b="b"/>
                <a:pathLst>
                  <a:path w="4721" h="3261" extrusionOk="0">
                    <a:moveTo>
                      <a:pt x="4571" y="0"/>
                    </a:moveTo>
                    <a:cubicBezTo>
                      <a:pt x="4546" y="0"/>
                      <a:pt x="4521" y="7"/>
                      <a:pt x="4499" y="22"/>
                    </a:cubicBezTo>
                    <a:lnTo>
                      <a:pt x="108" y="3018"/>
                    </a:lnTo>
                    <a:cubicBezTo>
                      <a:pt x="1" y="3092"/>
                      <a:pt x="52" y="3261"/>
                      <a:pt x="183" y="3261"/>
                    </a:cubicBezTo>
                    <a:cubicBezTo>
                      <a:pt x="209" y="3261"/>
                      <a:pt x="235" y="3253"/>
                      <a:pt x="258" y="3237"/>
                    </a:cubicBezTo>
                    <a:lnTo>
                      <a:pt x="4648" y="240"/>
                    </a:lnTo>
                    <a:cubicBezTo>
                      <a:pt x="4707" y="198"/>
                      <a:pt x="4721" y="118"/>
                      <a:pt x="4680" y="58"/>
                    </a:cubicBezTo>
                    <a:cubicBezTo>
                      <a:pt x="4655" y="20"/>
                      <a:pt x="4613" y="0"/>
                      <a:pt x="45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8"/>
              <p:cNvSpPr/>
              <p:nvPr/>
            </p:nvSpPr>
            <p:spPr>
              <a:xfrm>
                <a:off x="4140725" y="859175"/>
                <a:ext cx="131750" cy="56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2263" extrusionOk="0">
                    <a:moveTo>
                      <a:pt x="5118" y="1"/>
                    </a:moveTo>
                    <a:cubicBezTo>
                      <a:pt x="5102" y="1"/>
                      <a:pt x="5085" y="4"/>
                      <a:pt x="5069" y="10"/>
                    </a:cubicBezTo>
                    <a:lnTo>
                      <a:pt x="137" y="2007"/>
                    </a:lnTo>
                    <a:cubicBezTo>
                      <a:pt x="1" y="2061"/>
                      <a:pt x="40" y="2263"/>
                      <a:pt x="184" y="2263"/>
                    </a:cubicBezTo>
                    <a:cubicBezTo>
                      <a:pt x="185" y="2263"/>
                      <a:pt x="185" y="2263"/>
                      <a:pt x="186" y="2263"/>
                    </a:cubicBezTo>
                    <a:cubicBezTo>
                      <a:pt x="203" y="2263"/>
                      <a:pt x="220" y="2259"/>
                      <a:pt x="236" y="2252"/>
                    </a:cubicBezTo>
                    <a:lnTo>
                      <a:pt x="5168" y="256"/>
                    </a:lnTo>
                    <a:cubicBezTo>
                      <a:pt x="5237" y="229"/>
                      <a:pt x="5270" y="151"/>
                      <a:pt x="5241" y="84"/>
                    </a:cubicBezTo>
                    <a:cubicBezTo>
                      <a:pt x="5220" y="32"/>
                      <a:pt x="5171" y="1"/>
                      <a:pt x="51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8"/>
              <p:cNvSpPr/>
              <p:nvPr/>
            </p:nvSpPr>
            <p:spPr>
              <a:xfrm>
                <a:off x="4154700" y="914675"/>
                <a:ext cx="134825" cy="48100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1924" extrusionOk="0">
                    <a:moveTo>
                      <a:pt x="5243" y="1"/>
                    </a:moveTo>
                    <a:cubicBezTo>
                      <a:pt x="5229" y="1"/>
                      <a:pt x="5216" y="3"/>
                      <a:pt x="5202" y="7"/>
                    </a:cubicBezTo>
                    <a:lnTo>
                      <a:pt x="143" y="1665"/>
                    </a:lnTo>
                    <a:cubicBezTo>
                      <a:pt x="0" y="1711"/>
                      <a:pt x="33" y="1923"/>
                      <a:pt x="183" y="1923"/>
                    </a:cubicBezTo>
                    <a:cubicBezTo>
                      <a:pt x="183" y="1923"/>
                      <a:pt x="184" y="1923"/>
                      <a:pt x="184" y="1923"/>
                    </a:cubicBezTo>
                    <a:cubicBezTo>
                      <a:pt x="199" y="1923"/>
                      <a:pt x="213" y="1921"/>
                      <a:pt x="225" y="1916"/>
                    </a:cubicBezTo>
                    <a:lnTo>
                      <a:pt x="5284" y="260"/>
                    </a:lnTo>
                    <a:cubicBezTo>
                      <a:pt x="5355" y="237"/>
                      <a:pt x="5392" y="162"/>
                      <a:pt x="5369" y="93"/>
                    </a:cubicBezTo>
                    <a:cubicBezTo>
                      <a:pt x="5351" y="37"/>
                      <a:pt x="5299" y="1"/>
                      <a:pt x="5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8"/>
              <p:cNvSpPr/>
              <p:nvPr/>
            </p:nvSpPr>
            <p:spPr>
              <a:xfrm>
                <a:off x="4094400" y="753875"/>
                <a:ext cx="111050" cy="90750"/>
              </a:xfrm>
              <a:custGeom>
                <a:avLst/>
                <a:gdLst/>
                <a:ahLst/>
                <a:cxnLst/>
                <a:rect l="l" t="t" r="r" b="b"/>
                <a:pathLst>
                  <a:path w="4442" h="3630" extrusionOk="0">
                    <a:moveTo>
                      <a:pt x="4291" y="0"/>
                    </a:moveTo>
                    <a:cubicBezTo>
                      <a:pt x="4262" y="0"/>
                      <a:pt x="4233" y="10"/>
                      <a:pt x="4208" y="30"/>
                    </a:cubicBezTo>
                    <a:lnTo>
                      <a:pt x="97" y="3394"/>
                    </a:lnTo>
                    <a:cubicBezTo>
                      <a:pt x="0" y="3474"/>
                      <a:pt x="56" y="3630"/>
                      <a:pt x="181" y="3630"/>
                    </a:cubicBezTo>
                    <a:cubicBezTo>
                      <a:pt x="212" y="3630"/>
                      <a:pt x="241" y="3619"/>
                      <a:pt x="265" y="3600"/>
                    </a:cubicBezTo>
                    <a:lnTo>
                      <a:pt x="4375" y="236"/>
                    </a:lnTo>
                    <a:cubicBezTo>
                      <a:pt x="4432" y="189"/>
                      <a:pt x="4441" y="106"/>
                      <a:pt x="4395" y="49"/>
                    </a:cubicBezTo>
                    <a:cubicBezTo>
                      <a:pt x="4368" y="17"/>
                      <a:pt x="4330" y="0"/>
                      <a:pt x="42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8"/>
              <p:cNvSpPr/>
              <p:nvPr/>
            </p:nvSpPr>
            <p:spPr>
              <a:xfrm>
                <a:off x="3928925" y="618350"/>
                <a:ext cx="43975" cy="14217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5687" extrusionOk="0">
                    <a:moveTo>
                      <a:pt x="1609" y="0"/>
                    </a:moveTo>
                    <a:cubicBezTo>
                      <a:pt x="1551" y="0"/>
                      <a:pt x="1498" y="39"/>
                      <a:pt x="1483" y="99"/>
                    </a:cubicBezTo>
                    <a:lnTo>
                      <a:pt x="20" y="5518"/>
                    </a:lnTo>
                    <a:cubicBezTo>
                      <a:pt x="1" y="5590"/>
                      <a:pt x="43" y="5663"/>
                      <a:pt x="113" y="5682"/>
                    </a:cubicBezTo>
                    <a:cubicBezTo>
                      <a:pt x="125" y="5684"/>
                      <a:pt x="136" y="5685"/>
                      <a:pt x="147" y="5687"/>
                    </a:cubicBezTo>
                    <a:cubicBezTo>
                      <a:pt x="208" y="5687"/>
                      <a:pt x="260" y="5646"/>
                      <a:pt x="276" y="5588"/>
                    </a:cubicBezTo>
                    <a:lnTo>
                      <a:pt x="1739" y="168"/>
                    </a:lnTo>
                    <a:cubicBezTo>
                      <a:pt x="1758" y="98"/>
                      <a:pt x="1716" y="25"/>
                      <a:pt x="1646" y="5"/>
                    </a:cubicBezTo>
                    <a:cubicBezTo>
                      <a:pt x="1633" y="2"/>
                      <a:pt x="1621" y="0"/>
                      <a:pt x="16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8"/>
              <p:cNvSpPr/>
              <p:nvPr/>
            </p:nvSpPr>
            <p:spPr>
              <a:xfrm>
                <a:off x="3978275" y="638500"/>
                <a:ext cx="64050" cy="135375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5415" extrusionOk="0">
                    <a:moveTo>
                      <a:pt x="2410" y="0"/>
                    </a:moveTo>
                    <a:cubicBezTo>
                      <a:pt x="2359" y="0"/>
                      <a:pt x="2310" y="30"/>
                      <a:pt x="2288" y="80"/>
                    </a:cubicBezTo>
                    <a:lnTo>
                      <a:pt x="30" y="5228"/>
                    </a:lnTo>
                    <a:cubicBezTo>
                      <a:pt x="0" y="5295"/>
                      <a:pt x="31" y="5373"/>
                      <a:pt x="98" y="5403"/>
                    </a:cubicBezTo>
                    <a:cubicBezTo>
                      <a:pt x="115" y="5410"/>
                      <a:pt x="133" y="5414"/>
                      <a:pt x="152" y="5414"/>
                    </a:cubicBezTo>
                    <a:cubicBezTo>
                      <a:pt x="204" y="5414"/>
                      <a:pt x="252" y="5382"/>
                      <a:pt x="273" y="5335"/>
                    </a:cubicBezTo>
                    <a:lnTo>
                      <a:pt x="2531" y="187"/>
                    </a:lnTo>
                    <a:cubicBezTo>
                      <a:pt x="2561" y="120"/>
                      <a:pt x="2530" y="41"/>
                      <a:pt x="2463" y="12"/>
                    </a:cubicBezTo>
                    <a:cubicBezTo>
                      <a:pt x="2446" y="4"/>
                      <a:pt x="2428" y="0"/>
                      <a:pt x="24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8"/>
              <p:cNvSpPr/>
              <p:nvPr/>
            </p:nvSpPr>
            <p:spPr>
              <a:xfrm>
                <a:off x="4026550" y="671675"/>
                <a:ext cx="76225" cy="125350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5014" extrusionOk="0">
                    <a:moveTo>
                      <a:pt x="2897" y="1"/>
                    </a:moveTo>
                    <a:cubicBezTo>
                      <a:pt x="2850" y="1"/>
                      <a:pt x="2804" y="25"/>
                      <a:pt x="2780" y="70"/>
                    </a:cubicBezTo>
                    <a:lnTo>
                      <a:pt x="52" y="4814"/>
                    </a:lnTo>
                    <a:cubicBezTo>
                      <a:pt x="1" y="4902"/>
                      <a:pt x="65" y="5013"/>
                      <a:pt x="167" y="5013"/>
                    </a:cubicBezTo>
                    <a:cubicBezTo>
                      <a:pt x="215" y="5013"/>
                      <a:pt x="258" y="4987"/>
                      <a:pt x="282" y="4946"/>
                    </a:cubicBezTo>
                    <a:lnTo>
                      <a:pt x="3010" y="202"/>
                    </a:lnTo>
                    <a:cubicBezTo>
                      <a:pt x="3049" y="139"/>
                      <a:pt x="3028" y="55"/>
                      <a:pt x="2963" y="18"/>
                    </a:cubicBezTo>
                    <a:cubicBezTo>
                      <a:pt x="2942" y="6"/>
                      <a:pt x="2920" y="1"/>
                      <a:pt x="2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8"/>
              <p:cNvSpPr/>
              <p:nvPr/>
            </p:nvSpPr>
            <p:spPr>
              <a:xfrm>
                <a:off x="3885525" y="618325"/>
                <a:ext cx="25575" cy="14220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5688" extrusionOk="0">
                    <a:moveTo>
                      <a:pt x="875" y="1"/>
                    </a:moveTo>
                    <a:cubicBezTo>
                      <a:pt x="811" y="1"/>
                      <a:pt x="755" y="50"/>
                      <a:pt x="749" y="117"/>
                    </a:cubicBezTo>
                    <a:lnTo>
                      <a:pt x="11" y="5536"/>
                    </a:lnTo>
                    <a:cubicBezTo>
                      <a:pt x="1" y="5609"/>
                      <a:pt x="52" y="5676"/>
                      <a:pt x="125" y="5685"/>
                    </a:cubicBezTo>
                    <a:cubicBezTo>
                      <a:pt x="130" y="5686"/>
                      <a:pt x="136" y="5686"/>
                      <a:pt x="143" y="5688"/>
                    </a:cubicBezTo>
                    <a:cubicBezTo>
                      <a:pt x="209" y="5688"/>
                      <a:pt x="266" y="5638"/>
                      <a:pt x="274" y="5572"/>
                    </a:cubicBezTo>
                    <a:lnTo>
                      <a:pt x="1012" y="152"/>
                    </a:lnTo>
                    <a:cubicBezTo>
                      <a:pt x="1022" y="79"/>
                      <a:pt x="971" y="12"/>
                      <a:pt x="898" y="3"/>
                    </a:cubicBezTo>
                    <a:cubicBezTo>
                      <a:pt x="890" y="2"/>
                      <a:pt x="883" y="1"/>
                      <a:pt x="8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8"/>
              <p:cNvSpPr/>
              <p:nvPr/>
            </p:nvSpPr>
            <p:spPr>
              <a:xfrm>
                <a:off x="3775600" y="656425"/>
                <a:ext cx="11275" cy="101525"/>
              </a:xfrm>
              <a:custGeom>
                <a:avLst/>
                <a:gdLst/>
                <a:ahLst/>
                <a:cxnLst/>
                <a:rect l="l" t="t" r="r" b="b"/>
                <a:pathLst>
                  <a:path w="451" h="4061" extrusionOk="0">
                    <a:moveTo>
                      <a:pt x="305" y="0"/>
                    </a:moveTo>
                    <a:cubicBezTo>
                      <a:pt x="234" y="0"/>
                      <a:pt x="185" y="59"/>
                      <a:pt x="182" y="127"/>
                    </a:cubicBezTo>
                    <a:lnTo>
                      <a:pt x="4" y="3921"/>
                    </a:lnTo>
                    <a:cubicBezTo>
                      <a:pt x="1" y="3995"/>
                      <a:pt x="58" y="4057"/>
                      <a:pt x="130" y="4060"/>
                    </a:cubicBezTo>
                    <a:lnTo>
                      <a:pt x="137" y="4060"/>
                    </a:lnTo>
                    <a:cubicBezTo>
                      <a:pt x="208" y="4060"/>
                      <a:pt x="266" y="4004"/>
                      <a:pt x="269" y="3934"/>
                    </a:cubicBezTo>
                    <a:lnTo>
                      <a:pt x="447" y="139"/>
                    </a:lnTo>
                    <a:cubicBezTo>
                      <a:pt x="450" y="66"/>
                      <a:pt x="393" y="5"/>
                      <a:pt x="320" y="1"/>
                    </a:cubicBezTo>
                    <a:cubicBezTo>
                      <a:pt x="315" y="1"/>
                      <a:pt x="310" y="0"/>
                      <a:pt x="3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8"/>
              <p:cNvSpPr/>
              <p:nvPr/>
            </p:nvSpPr>
            <p:spPr>
              <a:xfrm>
                <a:off x="3732450" y="654400"/>
                <a:ext cx="11225" cy="10155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062" extrusionOk="0">
                    <a:moveTo>
                      <a:pt x="300" y="1"/>
                    </a:moveTo>
                    <a:cubicBezTo>
                      <a:pt x="232" y="1"/>
                      <a:pt x="183" y="62"/>
                      <a:pt x="180" y="129"/>
                    </a:cubicBezTo>
                    <a:lnTo>
                      <a:pt x="4" y="3924"/>
                    </a:lnTo>
                    <a:cubicBezTo>
                      <a:pt x="1" y="3997"/>
                      <a:pt x="57" y="4058"/>
                      <a:pt x="131" y="4061"/>
                    </a:cubicBezTo>
                    <a:lnTo>
                      <a:pt x="136" y="4061"/>
                    </a:lnTo>
                    <a:cubicBezTo>
                      <a:pt x="207" y="4061"/>
                      <a:pt x="265" y="4007"/>
                      <a:pt x="269" y="3935"/>
                    </a:cubicBezTo>
                    <a:lnTo>
                      <a:pt x="445" y="141"/>
                    </a:lnTo>
                    <a:cubicBezTo>
                      <a:pt x="448" y="67"/>
                      <a:pt x="391" y="6"/>
                      <a:pt x="318" y="2"/>
                    </a:cubicBezTo>
                    <a:cubicBezTo>
                      <a:pt x="312" y="1"/>
                      <a:pt x="306" y="1"/>
                      <a:pt x="3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8"/>
              <p:cNvSpPr/>
              <p:nvPr/>
            </p:nvSpPr>
            <p:spPr>
              <a:xfrm>
                <a:off x="3033025" y="606125"/>
                <a:ext cx="13085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52343" h="30146" extrusionOk="0">
                    <a:moveTo>
                      <a:pt x="36596" y="2753"/>
                    </a:moveTo>
                    <a:cubicBezTo>
                      <a:pt x="43428" y="2753"/>
                      <a:pt x="48968" y="8257"/>
                      <a:pt x="48968" y="15047"/>
                    </a:cubicBezTo>
                    <a:cubicBezTo>
                      <a:pt x="48968" y="21837"/>
                      <a:pt x="43428" y="27341"/>
                      <a:pt x="36596" y="27341"/>
                    </a:cubicBezTo>
                    <a:lnTo>
                      <a:pt x="15745" y="27341"/>
                    </a:lnTo>
                    <a:cubicBezTo>
                      <a:pt x="8914" y="27341"/>
                      <a:pt x="3374" y="21838"/>
                      <a:pt x="3374" y="15047"/>
                    </a:cubicBezTo>
                    <a:cubicBezTo>
                      <a:pt x="3374" y="8256"/>
                      <a:pt x="8914" y="2753"/>
                      <a:pt x="15745" y="2753"/>
                    </a:cubicBezTo>
                    <a:close/>
                    <a:moveTo>
                      <a:pt x="14204" y="1"/>
                    </a:moveTo>
                    <a:cubicBezTo>
                      <a:pt x="6359" y="1"/>
                      <a:pt x="1" y="6749"/>
                      <a:pt x="1" y="15073"/>
                    </a:cubicBezTo>
                    <a:cubicBezTo>
                      <a:pt x="1" y="23397"/>
                      <a:pt x="6359" y="30145"/>
                      <a:pt x="14204" y="30145"/>
                    </a:cubicBezTo>
                    <a:lnTo>
                      <a:pt x="38139" y="30145"/>
                    </a:lnTo>
                    <a:cubicBezTo>
                      <a:pt x="45983" y="30145"/>
                      <a:pt x="52342" y="23397"/>
                      <a:pt x="52342" y="15072"/>
                    </a:cubicBezTo>
                    <a:cubicBezTo>
                      <a:pt x="52342" y="6748"/>
                      <a:pt x="45983" y="1"/>
                      <a:pt x="381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8"/>
              <p:cNvSpPr/>
              <p:nvPr/>
            </p:nvSpPr>
            <p:spPr>
              <a:xfrm>
                <a:off x="3035600" y="616100"/>
                <a:ext cx="1287125" cy="742150"/>
              </a:xfrm>
              <a:custGeom>
                <a:avLst/>
                <a:gdLst/>
                <a:ahLst/>
                <a:cxnLst/>
                <a:rect l="l" t="t" r="r" b="b"/>
                <a:pathLst>
                  <a:path w="51485" h="29686" extrusionOk="0">
                    <a:moveTo>
                      <a:pt x="14035" y="1"/>
                    </a:moveTo>
                    <a:lnTo>
                      <a:pt x="13014" y="54"/>
                    </a:lnTo>
                    <a:cubicBezTo>
                      <a:pt x="12679" y="54"/>
                      <a:pt x="12272" y="130"/>
                      <a:pt x="11792" y="207"/>
                    </a:cubicBezTo>
                    <a:cubicBezTo>
                      <a:pt x="11305" y="261"/>
                      <a:pt x="10769" y="420"/>
                      <a:pt x="10167" y="585"/>
                    </a:cubicBezTo>
                    <a:cubicBezTo>
                      <a:pt x="8978" y="960"/>
                      <a:pt x="7561" y="1556"/>
                      <a:pt x="6146" y="2580"/>
                    </a:cubicBezTo>
                    <a:cubicBezTo>
                      <a:pt x="4733" y="3595"/>
                      <a:pt x="3332" y="5031"/>
                      <a:pt x="2232" y="6874"/>
                    </a:cubicBezTo>
                    <a:cubicBezTo>
                      <a:pt x="1134" y="8711"/>
                      <a:pt x="327" y="10949"/>
                      <a:pt x="103" y="13400"/>
                    </a:cubicBezTo>
                    <a:cubicBezTo>
                      <a:pt x="29" y="14628"/>
                      <a:pt x="0" y="15891"/>
                      <a:pt x="223" y="17168"/>
                    </a:cubicBezTo>
                    <a:cubicBezTo>
                      <a:pt x="288" y="17815"/>
                      <a:pt x="475" y="18440"/>
                      <a:pt x="623" y="19083"/>
                    </a:cubicBezTo>
                    <a:cubicBezTo>
                      <a:pt x="702" y="19402"/>
                      <a:pt x="830" y="19710"/>
                      <a:pt x="932" y="20025"/>
                    </a:cubicBezTo>
                    <a:cubicBezTo>
                      <a:pt x="1038" y="20340"/>
                      <a:pt x="1142" y="20658"/>
                      <a:pt x="1293" y="20959"/>
                    </a:cubicBezTo>
                    <a:cubicBezTo>
                      <a:pt x="1431" y="21264"/>
                      <a:pt x="1570" y="21571"/>
                      <a:pt x="1710" y="21878"/>
                    </a:cubicBezTo>
                    <a:cubicBezTo>
                      <a:pt x="1877" y="22173"/>
                      <a:pt x="2046" y="22468"/>
                      <a:pt x="2214" y="22763"/>
                    </a:cubicBezTo>
                    <a:cubicBezTo>
                      <a:pt x="2372" y="23066"/>
                      <a:pt x="2572" y="23344"/>
                      <a:pt x="2771" y="23622"/>
                    </a:cubicBezTo>
                    <a:cubicBezTo>
                      <a:pt x="2977" y="23896"/>
                      <a:pt x="3149" y="24199"/>
                      <a:pt x="3385" y="24453"/>
                    </a:cubicBezTo>
                    <a:cubicBezTo>
                      <a:pt x="4239" y="25541"/>
                      <a:pt x="5296" y="26478"/>
                      <a:pt x="6444" y="27292"/>
                    </a:cubicBezTo>
                    <a:cubicBezTo>
                      <a:pt x="8671" y="28837"/>
                      <a:pt x="11418" y="29686"/>
                      <a:pt x="14168" y="29686"/>
                    </a:cubicBezTo>
                    <a:cubicBezTo>
                      <a:pt x="14281" y="29686"/>
                      <a:pt x="14394" y="29684"/>
                      <a:pt x="14507" y="29681"/>
                    </a:cubicBezTo>
                    <a:cubicBezTo>
                      <a:pt x="20198" y="29674"/>
                      <a:pt x="25890" y="29668"/>
                      <a:pt x="31225" y="29662"/>
                    </a:cubicBezTo>
                    <a:lnTo>
                      <a:pt x="35154" y="29657"/>
                    </a:lnTo>
                    <a:cubicBezTo>
                      <a:pt x="35460" y="29657"/>
                      <a:pt x="35764" y="29658"/>
                      <a:pt x="36067" y="29658"/>
                    </a:cubicBezTo>
                    <a:cubicBezTo>
                      <a:pt x="37035" y="29658"/>
                      <a:pt x="37990" y="29650"/>
                      <a:pt x="38919" y="29578"/>
                    </a:cubicBezTo>
                    <a:cubicBezTo>
                      <a:pt x="41375" y="29290"/>
                      <a:pt x="43573" y="28357"/>
                      <a:pt x="45322" y="27118"/>
                    </a:cubicBezTo>
                    <a:cubicBezTo>
                      <a:pt x="47062" y="25857"/>
                      <a:pt x="48353" y="24324"/>
                      <a:pt x="49256" y="22842"/>
                    </a:cubicBezTo>
                    <a:cubicBezTo>
                      <a:pt x="50178" y="21358"/>
                      <a:pt x="50682" y="19906"/>
                      <a:pt x="50988" y="18700"/>
                    </a:cubicBezTo>
                    <a:cubicBezTo>
                      <a:pt x="51062" y="18396"/>
                      <a:pt x="51130" y="18108"/>
                      <a:pt x="51196" y="17838"/>
                    </a:cubicBezTo>
                    <a:cubicBezTo>
                      <a:pt x="51236" y="17562"/>
                      <a:pt x="51275" y="17305"/>
                      <a:pt x="51310" y="17065"/>
                    </a:cubicBezTo>
                    <a:cubicBezTo>
                      <a:pt x="51344" y="16825"/>
                      <a:pt x="51376" y="16602"/>
                      <a:pt x="51404" y="16398"/>
                    </a:cubicBezTo>
                    <a:cubicBezTo>
                      <a:pt x="51427" y="16195"/>
                      <a:pt x="51426" y="16007"/>
                      <a:pt x="51437" y="15840"/>
                    </a:cubicBezTo>
                    <a:cubicBezTo>
                      <a:pt x="51468" y="15172"/>
                      <a:pt x="51485" y="14815"/>
                      <a:pt x="51485" y="14815"/>
                    </a:cubicBezTo>
                    <a:lnTo>
                      <a:pt x="51381" y="14815"/>
                    </a:lnTo>
                    <a:cubicBezTo>
                      <a:pt x="51381" y="14815"/>
                      <a:pt x="51347" y="15169"/>
                      <a:pt x="51285" y="15831"/>
                    </a:cubicBezTo>
                    <a:cubicBezTo>
                      <a:pt x="51266" y="15995"/>
                      <a:pt x="51258" y="16180"/>
                      <a:pt x="51227" y="16381"/>
                    </a:cubicBezTo>
                    <a:cubicBezTo>
                      <a:pt x="51187" y="16582"/>
                      <a:pt x="51146" y="16799"/>
                      <a:pt x="51100" y="17036"/>
                    </a:cubicBezTo>
                    <a:cubicBezTo>
                      <a:pt x="51054" y="17270"/>
                      <a:pt x="51005" y="17521"/>
                      <a:pt x="50951" y="17791"/>
                    </a:cubicBezTo>
                    <a:cubicBezTo>
                      <a:pt x="50877" y="18055"/>
                      <a:pt x="50799" y="18335"/>
                      <a:pt x="50716" y="18630"/>
                    </a:cubicBezTo>
                    <a:cubicBezTo>
                      <a:pt x="50372" y="19803"/>
                      <a:pt x="49827" y="21206"/>
                      <a:pt x="48880" y="22612"/>
                    </a:cubicBezTo>
                    <a:cubicBezTo>
                      <a:pt x="47837" y="24181"/>
                      <a:pt x="46508" y="25539"/>
                      <a:pt x="44964" y="26618"/>
                    </a:cubicBezTo>
                    <a:cubicBezTo>
                      <a:pt x="44097" y="27165"/>
                      <a:pt x="43173" y="27706"/>
                      <a:pt x="42133" y="28062"/>
                    </a:cubicBezTo>
                    <a:cubicBezTo>
                      <a:pt x="41112" y="28479"/>
                      <a:pt x="39980" y="28666"/>
                      <a:pt x="38878" y="28809"/>
                    </a:cubicBezTo>
                    <a:lnTo>
                      <a:pt x="37954" y="28839"/>
                    </a:lnTo>
                    <a:lnTo>
                      <a:pt x="37489" y="28854"/>
                    </a:lnTo>
                    <a:lnTo>
                      <a:pt x="37058" y="28844"/>
                    </a:lnTo>
                    <a:lnTo>
                      <a:pt x="35154" y="28804"/>
                    </a:lnTo>
                    <a:cubicBezTo>
                      <a:pt x="33870" y="28768"/>
                      <a:pt x="32558" y="28773"/>
                      <a:pt x="31224" y="28760"/>
                    </a:cubicBezTo>
                    <a:cubicBezTo>
                      <a:pt x="25889" y="28722"/>
                      <a:pt x="20197" y="28682"/>
                      <a:pt x="14507" y="28643"/>
                    </a:cubicBezTo>
                    <a:cubicBezTo>
                      <a:pt x="14372" y="28647"/>
                      <a:pt x="14237" y="28649"/>
                      <a:pt x="14103" y="28649"/>
                    </a:cubicBezTo>
                    <a:cubicBezTo>
                      <a:pt x="11534" y="28649"/>
                      <a:pt x="9071" y="27897"/>
                      <a:pt x="6992" y="26491"/>
                    </a:cubicBezTo>
                    <a:cubicBezTo>
                      <a:pt x="5918" y="25742"/>
                      <a:pt x="4922" y="24878"/>
                      <a:pt x="4114" y="23865"/>
                    </a:cubicBezTo>
                    <a:cubicBezTo>
                      <a:pt x="3890" y="23630"/>
                      <a:pt x="3728" y="23347"/>
                      <a:pt x="3533" y="23092"/>
                    </a:cubicBezTo>
                    <a:cubicBezTo>
                      <a:pt x="3344" y="22831"/>
                      <a:pt x="3153" y="22573"/>
                      <a:pt x="3002" y="22290"/>
                    </a:cubicBezTo>
                    <a:cubicBezTo>
                      <a:pt x="2841" y="22014"/>
                      <a:pt x="2680" y="21738"/>
                      <a:pt x="2521" y="21464"/>
                    </a:cubicBezTo>
                    <a:lnTo>
                      <a:pt x="2123" y="20602"/>
                    </a:lnTo>
                    <a:cubicBezTo>
                      <a:pt x="1979" y="20321"/>
                      <a:pt x="1877" y="20023"/>
                      <a:pt x="1776" y="19727"/>
                    </a:cubicBezTo>
                    <a:cubicBezTo>
                      <a:pt x="1677" y="19430"/>
                      <a:pt x="1553" y="19142"/>
                      <a:pt x="1476" y="18842"/>
                    </a:cubicBezTo>
                    <a:cubicBezTo>
                      <a:pt x="1337" y="18238"/>
                      <a:pt x="1147" y="17641"/>
                      <a:pt x="1073" y="17058"/>
                    </a:cubicBezTo>
                    <a:cubicBezTo>
                      <a:pt x="1029" y="16761"/>
                      <a:pt x="963" y="16483"/>
                      <a:pt x="933" y="16173"/>
                    </a:cubicBezTo>
                    <a:cubicBezTo>
                      <a:pt x="911" y="15856"/>
                      <a:pt x="890" y="15541"/>
                      <a:pt x="868" y="15228"/>
                    </a:cubicBezTo>
                    <a:lnTo>
                      <a:pt x="839" y="14796"/>
                    </a:lnTo>
                    <a:lnTo>
                      <a:pt x="850" y="14352"/>
                    </a:lnTo>
                    <a:cubicBezTo>
                      <a:pt x="858" y="14056"/>
                      <a:pt x="865" y="13762"/>
                      <a:pt x="872" y="13470"/>
                    </a:cubicBezTo>
                    <a:cubicBezTo>
                      <a:pt x="1031" y="11135"/>
                      <a:pt x="1750" y="8979"/>
                      <a:pt x="2761" y="7193"/>
                    </a:cubicBezTo>
                    <a:cubicBezTo>
                      <a:pt x="3783" y="5409"/>
                      <a:pt x="5075" y="3976"/>
                      <a:pt x="6405" y="2939"/>
                    </a:cubicBezTo>
                    <a:cubicBezTo>
                      <a:pt x="7739" y="1899"/>
                      <a:pt x="9099" y="1266"/>
                      <a:pt x="10248" y="854"/>
                    </a:cubicBezTo>
                    <a:cubicBezTo>
                      <a:pt x="10833" y="673"/>
                      <a:pt x="11354" y="496"/>
                      <a:pt x="11822" y="418"/>
                    </a:cubicBezTo>
                    <a:cubicBezTo>
                      <a:pt x="12288" y="320"/>
                      <a:pt x="12686" y="225"/>
                      <a:pt x="13021" y="209"/>
                    </a:cubicBezTo>
                    <a:lnTo>
                      <a:pt x="14041" y="107"/>
                    </a:lnTo>
                    <a:lnTo>
                      <a:pt x="1403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8"/>
              <p:cNvSpPr/>
              <p:nvPr/>
            </p:nvSpPr>
            <p:spPr>
              <a:xfrm>
                <a:off x="1388725" y="1099825"/>
                <a:ext cx="1973375" cy="4377125"/>
              </a:xfrm>
              <a:custGeom>
                <a:avLst/>
                <a:gdLst/>
                <a:ahLst/>
                <a:cxnLst/>
                <a:rect l="l" t="t" r="r" b="b"/>
                <a:pathLst>
                  <a:path w="78935" h="175085" extrusionOk="0">
                    <a:moveTo>
                      <a:pt x="57084" y="0"/>
                    </a:moveTo>
                    <a:cubicBezTo>
                      <a:pt x="54845" y="0"/>
                      <a:pt x="53030" y="1588"/>
                      <a:pt x="52332" y="2943"/>
                    </a:cubicBezTo>
                    <a:cubicBezTo>
                      <a:pt x="51146" y="5245"/>
                      <a:pt x="52839" y="10577"/>
                      <a:pt x="53856" y="12428"/>
                    </a:cubicBezTo>
                    <a:cubicBezTo>
                      <a:pt x="54873" y="14280"/>
                      <a:pt x="57415" y="17817"/>
                      <a:pt x="55382" y="18322"/>
                    </a:cubicBezTo>
                    <a:cubicBezTo>
                      <a:pt x="55290" y="18344"/>
                      <a:pt x="55201" y="18356"/>
                      <a:pt x="55114" y="18356"/>
                    </a:cubicBezTo>
                    <a:cubicBezTo>
                      <a:pt x="53271" y="18356"/>
                      <a:pt x="52447" y="13378"/>
                      <a:pt x="51315" y="8555"/>
                    </a:cubicBezTo>
                    <a:cubicBezTo>
                      <a:pt x="50420" y="4742"/>
                      <a:pt x="49428" y="2944"/>
                      <a:pt x="47755" y="2944"/>
                    </a:cubicBezTo>
                    <a:cubicBezTo>
                      <a:pt x="47212" y="2944"/>
                      <a:pt x="46598" y="3133"/>
                      <a:pt x="45892" y="3504"/>
                    </a:cubicBezTo>
                    <a:cubicBezTo>
                      <a:pt x="43012" y="5020"/>
                      <a:pt x="44537" y="8724"/>
                      <a:pt x="45892" y="11586"/>
                    </a:cubicBezTo>
                    <a:cubicBezTo>
                      <a:pt x="47248" y="14449"/>
                      <a:pt x="47248" y="18153"/>
                      <a:pt x="47248" y="18153"/>
                    </a:cubicBezTo>
                    <a:cubicBezTo>
                      <a:pt x="47248" y="18153"/>
                      <a:pt x="46014" y="13836"/>
                      <a:pt x="44537" y="11923"/>
                    </a:cubicBezTo>
                    <a:cubicBezTo>
                      <a:pt x="43905" y="11103"/>
                      <a:pt x="43089" y="10701"/>
                      <a:pt x="42253" y="10701"/>
                    </a:cubicBezTo>
                    <a:cubicBezTo>
                      <a:pt x="41458" y="10701"/>
                      <a:pt x="40644" y="11065"/>
                      <a:pt x="39952" y="11780"/>
                    </a:cubicBezTo>
                    <a:cubicBezTo>
                      <a:pt x="38355" y="13432"/>
                      <a:pt x="39963" y="17815"/>
                      <a:pt x="39963" y="17815"/>
                    </a:cubicBezTo>
                    <a:cubicBezTo>
                      <a:pt x="39403" y="17537"/>
                      <a:pt x="38861" y="17412"/>
                      <a:pt x="38362" y="17412"/>
                    </a:cubicBezTo>
                    <a:cubicBezTo>
                      <a:pt x="36747" y="17412"/>
                      <a:pt x="35572" y="18720"/>
                      <a:pt x="35620" y="20384"/>
                    </a:cubicBezTo>
                    <a:cubicBezTo>
                      <a:pt x="35673" y="22184"/>
                      <a:pt x="37081" y="26908"/>
                      <a:pt x="37081" y="26908"/>
                    </a:cubicBezTo>
                    <a:cubicBezTo>
                      <a:pt x="33184" y="26908"/>
                      <a:pt x="33692" y="30782"/>
                      <a:pt x="33692" y="33981"/>
                    </a:cubicBezTo>
                    <a:cubicBezTo>
                      <a:pt x="33692" y="37180"/>
                      <a:pt x="36065" y="40968"/>
                      <a:pt x="36065" y="40968"/>
                    </a:cubicBezTo>
                    <a:cubicBezTo>
                      <a:pt x="38352" y="53344"/>
                      <a:pt x="44707" y="62437"/>
                      <a:pt x="46994" y="65973"/>
                    </a:cubicBezTo>
                    <a:cubicBezTo>
                      <a:pt x="49281" y="69508"/>
                      <a:pt x="51315" y="77086"/>
                      <a:pt x="51315" y="77086"/>
                    </a:cubicBezTo>
                    <a:cubicBezTo>
                      <a:pt x="47248" y="80370"/>
                      <a:pt x="0" y="136188"/>
                      <a:pt x="0" y="136188"/>
                    </a:cubicBezTo>
                    <a:lnTo>
                      <a:pt x="67926" y="175084"/>
                    </a:lnTo>
                    <a:lnTo>
                      <a:pt x="70461" y="100154"/>
                    </a:lnTo>
                    <a:cubicBezTo>
                      <a:pt x="78935" y="98639"/>
                      <a:pt x="78595" y="89379"/>
                      <a:pt x="78595" y="86852"/>
                    </a:cubicBezTo>
                    <a:cubicBezTo>
                      <a:pt x="78595" y="84327"/>
                      <a:pt x="74699" y="52503"/>
                      <a:pt x="74190" y="50483"/>
                    </a:cubicBezTo>
                    <a:cubicBezTo>
                      <a:pt x="73681" y="48461"/>
                      <a:pt x="70123" y="37854"/>
                      <a:pt x="69276" y="34319"/>
                    </a:cubicBezTo>
                    <a:cubicBezTo>
                      <a:pt x="68429" y="30782"/>
                      <a:pt x="67582" y="22699"/>
                      <a:pt x="67073" y="21016"/>
                    </a:cubicBezTo>
                    <a:cubicBezTo>
                      <a:pt x="66565" y="19332"/>
                      <a:pt x="65210" y="15628"/>
                      <a:pt x="64871" y="13776"/>
                    </a:cubicBezTo>
                    <a:cubicBezTo>
                      <a:pt x="64533" y="11923"/>
                      <a:pt x="66396" y="8219"/>
                      <a:pt x="62160" y="2943"/>
                    </a:cubicBezTo>
                    <a:cubicBezTo>
                      <a:pt x="60418" y="774"/>
                      <a:pt x="58647" y="0"/>
                      <a:pt x="57084" y="0"/>
                    </a:cubicBezTo>
                    <a:close/>
                  </a:path>
                </a:pathLst>
              </a:custGeom>
              <a:solidFill>
                <a:srgbClr val="9C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8"/>
              <p:cNvSpPr/>
              <p:nvPr/>
            </p:nvSpPr>
            <p:spPr>
              <a:xfrm>
                <a:off x="2384825" y="1382050"/>
                <a:ext cx="108100" cy="79925"/>
              </a:xfrm>
              <a:custGeom>
                <a:avLst/>
                <a:gdLst/>
                <a:ahLst/>
                <a:cxnLst/>
                <a:rect l="l" t="t" r="r" b="b"/>
                <a:pathLst>
                  <a:path w="4324" h="3197" extrusionOk="0">
                    <a:moveTo>
                      <a:pt x="2400" y="1"/>
                    </a:moveTo>
                    <a:cubicBezTo>
                      <a:pt x="2126" y="1"/>
                      <a:pt x="1789" y="53"/>
                      <a:pt x="1384" y="201"/>
                    </a:cubicBezTo>
                    <a:cubicBezTo>
                      <a:pt x="638" y="475"/>
                      <a:pt x="1" y="1218"/>
                      <a:pt x="1" y="1802"/>
                    </a:cubicBezTo>
                    <a:cubicBezTo>
                      <a:pt x="1" y="1802"/>
                      <a:pt x="527" y="3197"/>
                      <a:pt x="1810" y="3197"/>
                    </a:cubicBezTo>
                    <a:cubicBezTo>
                      <a:pt x="2074" y="3197"/>
                      <a:pt x="2371" y="3137"/>
                      <a:pt x="2702" y="2994"/>
                    </a:cubicBezTo>
                    <a:cubicBezTo>
                      <a:pt x="4323" y="2292"/>
                      <a:pt x="4137" y="932"/>
                      <a:pt x="3338" y="287"/>
                    </a:cubicBezTo>
                    <a:cubicBezTo>
                      <a:pt x="3338" y="287"/>
                      <a:pt x="3043" y="1"/>
                      <a:pt x="24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8"/>
              <p:cNvSpPr/>
              <p:nvPr/>
            </p:nvSpPr>
            <p:spPr>
              <a:xfrm>
                <a:off x="2708925" y="1116700"/>
                <a:ext cx="212725" cy="176950"/>
              </a:xfrm>
              <a:custGeom>
                <a:avLst/>
                <a:gdLst/>
                <a:ahLst/>
                <a:cxnLst/>
                <a:rect l="l" t="t" r="r" b="b"/>
                <a:pathLst>
                  <a:path w="8509" h="7078" extrusionOk="0">
                    <a:moveTo>
                      <a:pt x="4638" y="0"/>
                    </a:moveTo>
                    <a:cubicBezTo>
                      <a:pt x="4369" y="0"/>
                      <a:pt x="4065" y="19"/>
                      <a:pt x="3718" y="60"/>
                    </a:cubicBezTo>
                    <a:cubicBezTo>
                      <a:pt x="2320" y="226"/>
                      <a:pt x="201" y="1562"/>
                      <a:pt x="1" y="3077"/>
                    </a:cubicBezTo>
                    <a:cubicBezTo>
                      <a:pt x="1" y="3077"/>
                      <a:pt x="1082" y="7078"/>
                      <a:pt x="4283" y="7078"/>
                    </a:cubicBezTo>
                    <a:cubicBezTo>
                      <a:pt x="4544" y="7078"/>
                      <a:pt x="4818" y="7051"/>
                      <a:pt x="5107" y="6994"/>
                    </a:cubicBezTo>
                    <a:cubicBezTo>
                      <a:pt x="8141" y="6395"/>
                      <a:pt x="8509" y="3557"/>
                      <a:pt x="6917" y="1177"/>
                    </a:cubicBezTo>
                    <a:cubicBezTo>
                      <a:pt x="6544" y="621"/>
                      <a:pt x="6177" y="0"/>
                      <a:pt x="46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8"/>
              <p:cNvSpPr/>
              <p:nvPr/>
            </p:nvSpPr>
            <p:spPr>
              <a:xfrm>
                <a:off x="2287500" y="1546550"/>
                <a:ext cx="1027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111" h="3144" extrusionOk="0">
                    <a:moveTo>
                      <a:pt x="2549" y="1"/>
                    </a:moveTo>
                    <a:cubicBezTo>
                      <a:pt x="2265" y="1"/>
                      <a:pt x="1871" y="79"/>
                      <a:pt x="1385" y="368"/>
                    </a:cubicBezTo>
                    <a:cubicBezTo>
                      <a:pt x="979" y="610"/>
                      <a:pt x="1" y="1227"/>
                      <a:pt x="291" y="2061"/>
                    </a:cubicBezTo>
                    <a:cubicBezTo>
                      <a:pt x="291" y="2061"/>
                      <a:pt x="856" y="3143"/>
                      <a:pt x="1924" y="3143"/>
                    </a:cubicBezTo>
                    <a:cubicBezTo>
                      <a:pt x="2190" y="3143"/>
                      <a:pt x="2488" y="3076"/>
                      <a:pt x="2815" y="2909"/>
                    </a:cubicBezTo>
                    <a:cubicBezTo>
                      <a:pt x="4111" y="2246"/>
                      <a:pt x="3750" y="636"/>
                      <a:pt x="3069" y="110"/>
                    </a:cubicBezTo>
                    <a:cubicBezTo>
                      <a:pt x="3069" y="110"/>
                      <a:pt x="2886" y="1"/>
                      <a:pt x="25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8"/>
              <p:cNvSpPr/>
              <p:nvPr/>
            </p:nvSpPr>
            <p:spPr>
              <a:xfrm>
                <a:off x="2257050" y="1791800"/>
                <a:ext cx="7027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133" extrusionOk="0">
                    <a:moveTo>
                      <a:pt x="1654" y="1"/>
                    </a:moveTo>
                    <a:cubicBezTo>
                      <a:pt x="1513" y="1"/>
                      <a:pt x="1349" y="15"/>
                      <a:pt x="1162" y="54"/>
                    </a:cubicBezTo>
                    <a:cubicBezTo>
                      <a:pt x="1162" y="54"/>
                      <a:pt x="259" y="333"/>
                      <a:pt x="0" y="815"/>
                    </a:cubicBezTo>
                    <a:cubicBezTo>
                      <a:pt x="0" y="815"/>
                      <a:pt x="231" y="2133"/>
                      <a:pt x="1253" y="2133"/>
                    </a:cubicBezTo>
                    <a:cubicBezTo>
                      <a:pt x="1388" y="2133"/>
                      <a:pt x="1537" y="2110"/>
                      <a:pt x="1701" y="2057"/>
                    </a:cubicBezTo>
                    <a:cubicBezTo>
                      <a:pt x="2810" y="1706"/>
                      <a:pt x="2797" y="792"/>
                      <a:pt x="2298" y="134"/>
                    </a:cubicBezTo>
                    <a:cubicBezTo>
                      <a:pt x="2298" y="134"/>
                      <a:pt x="2081" y="1"/>
                      <a:pt x="165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8"/>
              <p:cNvSpPr/>
              <p:nvPr/>
            </p:nvSpPr>
            <p:spPr>
              <a:xfrm>
                <a:off x="2513975" y="1187150"/>
                <a:ext cx="109575" cy="79525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3181" extrusionOk="0">
                    <a:moveTo>
                      <a:pt x="2627" y="0"/>
                    </a:moveTo>
                    <a:cubicBezTo>
                      <a:pt x="2351" y="0"/>
                      <a:pt x="2001" y="40"/>
                      <a:pt x="1571" y="158"/>
                    </a:cubicBezTo>
                    <a:cubicBezTo>
                      <a:pt x="878" y="349"/>
                      <a:pt x="189" y="885"/>
                      <a:pt x="0" y="1467"/>
                    </a:cubicBezTo>
                    <a:cubicBezTo>
                      <a:pt x="0" y="1467"/>
                      <a:pt x="209" y="3180"/>
                      <a:pt x="1748" y="3180"/>
                    </a:cubicBezTo>
                    <a:cubicBezTo>
                      <a:pt x="1874" y="3180"/>
                      <a:pt x="2008" y="3169"/>
                      <a:pt x="2152" y="3144"/>
                    </a:cubicBezTo>
                    <a:cubicBezTo>
                      <a:pt x="4383" y="2762"/>
                      <a:pt x="4139" y="1177"/>
                      <a:pt x="3462" y="174"/>
                    </a:cubicBezTo>
                    <a:cubicBezTo>
                      <a:pt x="3462" y="174"/>
                      <a:pt x="3204" y="0"/>
                      <a:pt x="26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8"/>
              <p:cNvSpPr/>
              <p:nvPr/>
            </p:nvSpPr>
            <p:spPr>
              <a:xfrm>
                <a:off x="4003125" y="1099825"/>
                <a:ext cx="2227450" cy="4377125"/>
              </a:xfrm>
              <a:custGeom>
                <a:avLst/>
                <a:gdLst/>
                <a:ahLst/>
                <a:cxnLst/>
                <a:rect l="l" t="t" r="r" b="b"/>
                <a:pathLst>
                  <a:path w="89098" h="175085" extrusionOk="0">
                    <a:moveTo>
                      <a:pt x="21852" y="0"/>
                    </a:moveTo>
                    <a:cubicBezTo>
                      <a:pt x="20288" y="0"/>
                      <a:pt x="18518" y="774"/>
                      <a:pt x="16776" y="2943"/>
                    </a:cubicBezTo>
                    <a:cubicBezTo>
                      <a:pt x="12539" y="8219"/>
                      <a:pt x="14404" y="11923"/>
                      <a:pt x="14065" y="13775"/>
                    </a:cubicBezTo>
                    <a:cubicBezTo>
                      <a:pt x="13726" y="15628"/>
                      <a:pt x="12370" y="19332"/>
                      <a:pt x="11861" y="21016"/>
                    </a:cubicBezTo>
                    <a:cubicBezTo>
                      <a:pt x="11354" y="22699"/>
                      <a:pt x="10506" y="30782"/>
                      <a:pt x="9659" y="34318"/>
                    </a:cubicBezTo>
                    <a:cubicBezTo>
                      <a:pt x="8811" y="37853"/>
                      <a:pt x="5254" y="48461"/>
                      <a:pt x="4744" y="50482"/>
                    </a:cubicBezTo>
                    <a:cubicBezTo>
                      <a:pt x="4236" y="52502"/>
                      <a:pt x="340" y="84327"/>
                      <a:pt x="340" y="86852"/>
                    </a:cubicBezTo>
                    <a:cubicBezTo>
                      <a:pt x="340" y="89379"/>
                      <a:pt x="1" y="98639"/>
                      <a:pt x="8473" y="100154"/>
                    </a:cubicBezTo>
                    <a:lnTo>
                      <a:pt x="9455" y="175084"/>
                    </a:lnTo>
                    <a:lnTo>
                      <a:pt x="89098" y="145281"/>
                    </a:lnTo>
                    <a:cubicBezTo>
                      <a:pt x="89098" y="145281"/>
                      <a:pt x="31686" y="80370"/>
                      <a:pt x="27620" y="77086"/>
                    </a:cubicBezTo>
                    <a:cubicBezTo>
                      <a:pt x="27620" y="77086"/>
                      <a:pt x="29653" y="69508"/>
                      <a:pt x="31941" y="65973"/>
                    </a:cubicBezTo>
                    <a:cubicBezTo>
                      <a:pt x="34228" y="62437"/>
                      <a:pt x="40582" y="53344"/>
                      <a:pt x="42870" y="40968"/>
                    </a:cubicBezTo>
                    <a:cubicBezTo>
                      <a:pt x="42870" y="40968"/>
                      <a:pt x="45242" y="37180"/>
                      <a:pt x="45242" y="33981"/>
                    </a:cubicBezTo>
                    <a:cubicBezTo>
                      <a:pt x="45242" y="30782"/>
                      <a:pt x="45750" y="26908"/>
                      <a:pt x="41853" y="26908"/>
                    </a:cubicBezTo>
                    <a:cubicBezTo>
                      <a:pt x="41853" y="26908"/>
                      <a:pt x="43262" y="22184"/>
                      <a:pt x="43315" y="20384"/>
                    </a:cubicBezTo>
                    <a:cubicBezTo>
                      <a:pt x="43363" y="18720"/>
                      <a:pt x="42188" y="17412"/>
                      <a:pt x="40574" y="17412"/>
                    </a:cubicBezTo>
                    <a:cubicBezTo>
                      <a:pt x="40074" y="17412"/>
                      <a:pt x="39533" y="17537"/>
                      <a:pt x="38973" y="17815"/>
                    </a:cubicBezTo>
                    <a:cubicBezTo>
                      <a:pt x="38973" y="17815"/>
                      <a:pt x="40579" y="13432"/>
                      <a:pt x="38983" y="11780"/>
                    </a:cubicBezTo>
                    <a:cubicBezTo>
                      <a:pt x="38291" y="11065"/>
                      <a:pt x="37477" y="10701"/>
                      <a:pt x="36681" y="10701"/>
                    </a:cubicBezTo>
                    <a:cubicBezTo>
                      <a:pt x="35845" y="10701"/>
                      <a:pt x="35030" y="11103"/>
                      <a:pt x="34397" y="11923"/>
                    </a:cubicBezTo>
                    <a:cubicBezTo>
                      <a:pt x="32921" y="13836"/>
                      <a:pt x="31686" y="18153"/>
                      <a:pt x="31686" y="18153"/>
                    </a:cubicBezTo>
                    <a:cubicBezTo>
                      <a:pt x="31686" y="18153"/>
                      <a:pt x="31686" y="14449"/>
                      <a:pt x="33042" y="11586"/>
                    </a:cubicBezTo>
                    <a:cubicBezTo>
                      <a:pt x="34398" y="8724"/>
                      <a:pt x="35923" y="5020"/>
                      <a:pt x="33042" y="3504"/>
                    </a:cubicBezTo>
                    <a:cubicBezTo>
                      <a:pt x="32337" y="3133"/>
                      <a:pt x="31722" y="2944"/>
                      <a:pt x="31180" y="2944"/>
                    </a:cubicBezTo>
                    <a:cubicBezTo>
                      <a:pt x="29508" y="2944"/>
                      <a:pt x="28515" y="4742"/>
                      <a:pt x="27620" y="8555"/>
                    </a:cubicBezTo>
                    <a:cubicBezTo>
                      <a:pt x="26487" y="13378"/>
                      <a:pt x="25664" y="18356"/>
                      <a:pt x="23822" y="18356"/>
                    </a:cubicBezTo>
                    <a:cubicBezTo>
                      <a:pt x="23735" y="18356"/>
                      <a:pt x="23645" y="18344"/>
                      <a:pt x="23554" y="18322"/>
                    </a:cubicBezTo>
                    <a:cubicBezTo>
                      <a:pt x="21519" y="17817"/>
                      <a:pt x="24061" y="14280"/>
                      <a:pt x="25078" y="12428"/>
                    </a:cubicBezTo>
                    <a:cubicBezTo>
                      <a:pt x="26094" y="10577"/>
                      <a:pt x="27789" y="5245"/>
                      <a:pt x="26603" y="2943"/>
                    </a:cubicBezTo>
                    <a:cubicBezTo>
                      <a:pt x="25905" y="1588"/>
                      <a:pt x="24091" y="0"/>
                      <a:pt x="21852" y="0"/>
                    </a:cubicBezTo>
                    <a:close/>
                  </a:path>
                </a:pathLst>
              </a:custGeom>
              <a:solidFill>
                <a:srgbClr val="9C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8"/>
              <p:cNvSpPr/>
              <p:nvPr/>
            </p:nvSpPr>
            <p:spPr>
              <a:xfrm>
                <a:off x="4872325" y="1382050"/>
                <a:ext cx="108050" cy="79925"/>
              </a:xfrm>
              <a:custGeom>
                <a:avLst/>
                <a:gdLst/>
                <a:ahLst/>
                <a:cxnLst/>
                <a:rect l="l" t="t" r="r" b="b"/>
                <a:pathLst>
                  <a:path w="4322" h="3197" extrusionOk="0">
                    <a:moveTo>
                      <a:pt x="1922" y="1"/>
                    </a:moveTo>
                    <a:cubicBezTo>
                      <a:pt x="1280" y="1"/>
                      <a:pt x="985" y="287"/>
                      <a:pt x="984" y="287"/>
                    </a:cubicBezTo>
                    <a:cubicBezTo>
                      <a:pt x="185" y="932"/>
                      <a:pt x="0" y="2292"/>
                      <a:pt x="1620" y="2994"/>
                    </a:cubicBezTo>
                    <a:cubicBezTo>
                      <a:pt x="1951" y="3137"/>
                      <a:pt x="2248" y="3197"/>
                      <a:pt x="2513" y="3197"/>
                    </a:cubicBezTo>
                    <a:cubicBezTo>
                      <a:pt x="3796" y="3197"/>
                      <a:pt x="4322" y="1802"/>
                      <a:pt x="4322" y="1802"/>
                    </a:cubicBezTo>
                    <a:cubicBezTo>
                      <a:pt x="4322" y="1218"/>
                      <a:pt x="3686" y="475"/>
                      <a:pt x="2938" y="201"/>
                    </a:cubicBezTo>
                    <a:cubicBezTo>
                      <a:pt x="2534" y="53"/>
                      <a:pt x="2196" y="1"/>
                      <a:pt x="19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8"/>
              <p:cNvSpPr/>
              <p:nvPr/>
            </p:nvSpPr>
            <p:spPr>
              <a:xfrm>
                <a:off x="4443575" y="1116700"/>
                <a:ext cx="212725" cy="176950"/>
              </a:xfrm>
              <a:custGeom>
                <a:avLst/>
                <a:gdLst/>
                <a:ahLst/>
                <a:cxnLst/>
                <a:rect l="l" t="t" r="r" b="b"/>
                <a:pathLst>
                  <a:path w="8509" h="7078" extrusionOk="0">
                    <a:moveTo>
                      <a:pt x="3871" y="0"/>
                    </a:moveTo>
                    <a:cubicBezTo>
                      <a:pt x="2331" y="0"/>
                      <a:pt x="1964" y="621"/>
                      <a:pt x="1592" y="1177"/>
                    </a:cubicBezTo>
                    <a:cubicBezTo>
                      <a:pt x="1" y="3557"/>
                      <a:pt x="368" y="6395"/>
                      <a:pt x="3402" y="6994"/>
                    </a:cubicBezTo>
                    <a:cubicBezTo>
                      <a:pt x="3691" y="7051"/>
                      <a:pt x="3966" y="7078"/>
                      <a:pt x="4226" y="7078"/>
                    </a:cubicBezTo>
                    <a:cubicBezTo>
                      <a:pt x="7428" y="7078"/>
                      <a:pt x="8509" y="3077"/>
                      <a:pt x="8509" y="3077"/>
                    </a:cubicBezTo>
                    <a:cubicBezTo>
                      <a:pt x="8309" y="1562"/>
                      <a:pt x="6189" y="226"/>
                      <a:pt x="4791" y="60"/>
                    </a:cubicBezTo>
                    <a:cubicBezTo>
                      <a:pt x="4445" y="19"/>
                      <a:pt x="4140" y="0"/>
                      <a:pt x="38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8"/>
              <p:cNvSpPr/>
              <p:nvPr/>
            </p:nvSpPr>
            <p:spPr>
              <a:xfrm>
                <a:off x="4974925" y="1546550"/>
                <a:ext cx="1028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144" extrusionOk="0">
                    <a:moveTo>
                      <a:pt x="1563" y="1"/>
                    </a:moveTo>
                    <a:cubicBezTo>
                      <a:pt x="1226" y="1"/>
                      <a:pt x="1043" y="110"/>
                      <a:pt x="1043" y="110"/>
                    </a:cubicBezTo>
                    <a:cubicBezTo>
                      <a:pt x="361" y="636"/>
                      <a:pt x="0" y="2246"/>
                      <a:pt x="1296" y="2909"/>
                    </a:cubicBezTo>
                    <a:cubicBezTo>
                      <a:pt x="1624" y="3076"/>
                      <a:pt x="1921" y="3143"/>
                      <a:pt x="2187" y="3143"/>
                    </a:cubicBezTo>
                    <a:cubicBezTo>
                      <a:pt x="3255" y="3143"/>
                      <a:pt x="3821" y="2061"/>
                      <a:pt x="3821" y="2061"/>
                    </a:cubicBezTo>
                    <a:cubicBezTo>
                      <a:pt x="4112" y="1227"/>
                      <a:pt x="3133" y="610"/>
                      <a:pt x="2726" y="368"/>
                    </a:cubicBezTo>
                    <a:cubicBezTo>
                      <a:pt x="2241" y="79"/>
                      <a:pt x="1847" y="1"/>
                      <a:pt x="15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8"/>
              <p:cNvSpPr/>
              <p:nvPr/>
            </p:nvSpPr>
            <p:spPr>
              <a:xfrm>
                <a:off x="5037900" y="1791800"/>
                <a:ext cx="703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2133" extrusionOk="0">
                    <a:moveTo>
                      <a:pt x="1156" y="1"/>
                    </a:moveTo>
                    <a:cubicBezTo>
                      <a:pt x="729" y="1"/>
                      <a:pt x="511" y="134"/>
                      <a:pt x="512" y="134"/>
                    </a:cubicBezTo>
                    <a:cubicBezTo>
                      <a:pt x="14" y="792"/>
                      <a:pt x="0" y="1706"/>
                      <a:pt x="1109" y="2057"/>
                    </a:cubicBezTo>
                    <a:cubicBezTo>
                      <a:pt x="1274" y="2110"/>
                      <a:pt x="1423" y="2133"/>
                      <a:pt x="1558" y="2133"/>
                    </a:cubicBezTo>
                    <a:cubicBezTo>
                      <a:pt x="2580" y="2133"/>
                      <a:pt x="2811" y="815"/>
                      <a:pt x="2811" y="815"/>
                    </a:cubicBezTo>
                    <a:cubicBezTo>
                      <a:pt x="2552" y="333"/>
                      <a:pt x="1649" y="54"/>
                      <a:pt x="1649" y="54"/>
                    </a:cubicBezTo>
                    <a:cubicBezTo>
                      <a:pt x="1462" y="15"/>
                      <a:pt x="1297" y="1"/>
                      <a:pt x="11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8"/>
              <p:cNvSpPr/>
              <p:nvPr/>
            </p:nvSpPr>
            <p:spPr>
              <a:xfrm>
                <a:off x="4741625" y="1187150"/>
                <a:ext cx="109650" cy="79525"/>
              </a:xfrm>
              <a:custGeom>
                <a:avLst/>
                <a:gdLst/>
                <a:ahLst/>
                <a:cxnLst/>
                <a:rect l="l" t="t" r="r" b="b"/>
                <a:pathLst>
                  <a:path w="4386" h="3181" extrusionOk="0">
                    <a:moveTo>
                      <a:pt x="1758" y="0"/>
                    </a:moveTo>
                    <a:cubicBezTo>
                      <a:pt x="1181" y="0"/>
                      <a:pt x="923" y="174"/>
                      <a:pt x="923" y="174"/>
                    </a:cubicBezTo>
                    <a:cubicBezTo>
                      <a:pt x="246" y="1177"/>
                      <a:pt x="1" y="2762"/>
                      <a:pt x="2234" y="3144"/>
                    </a:cubicBezTo>
                    <a:cubicBezTo>
                      <a:pt x="2378" y="3169"/>
                      <a:pt x="2512" y="3180"/>
                      <a:pt x="2637" y="3180"/>
                    </a:cubicBezTo>
                    <a:cubicBezTo>
                      <a:pt x="4177" y="3180"/>
                      <a:pt x="4385" y="1467"/>
                      <a:pt x="4385" y="1467"/>
                    </a:cubicBezTo>
                    <a:cubicBezTo>
                      <a:pt x="4196" y="885"/>
                      <a:pt x="3507" y="349"/>
                      <a:pt x="2814" y="158"/>
                    </a:cubicBezTo>
                    <a:cubicBezTo>
                      <a:pt x="2384" y="40"/>
                      <a:pt x="2035" y="0"/>
                      <a:pt x="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7" name="Google Shape;267;p28"/>
            <p:cNvSpPr/>
            <p:nvPr/>
          </p:nvSpPr>
          <p:spPr>
            <a:xfrm>
              <a:off x="2903475" y="4664714"/>
              <a:ext cx="1296150" cy="547175"/>
            </a:xfrm>
            <a:custGeom>
              <a:avLst/>
              <a:gdLst/>
              <a:ahLst/>
              <a:cxnLst/>
              <a:rect l="l" t="t" r="r" b="b"/>
              <a:pathLst>
                <a:path w="51846" h="21887" extrusionOk="0">
                  <a:moveTo>
                    <a:pt x="18467" y="0"/>
                  </a:moveTo>
                  <a:lnTo>
                    <a:pt x="0" y="21340"/>
                  </a:lnTo>
                  <a:lnTo>
                    <a:pt x="51846" y="21887"/>
                  </a:lnTo>
                  <a:lnTo>
                    <a:pt x="50614" y="16963"/>
                  </a:lnTo>
                  <a:close/>
                </a:path>
              </a:pathLst>
            </a:custGeom>
            <a:solidFill>
              <a:srgbClr val="9C5631"/>
            </a:solidFill>
            <a:ln>
              <a:noFill/>
            </a:ln>
          </p:spPr>
        </p:sp>
        <p:sp>
          <p:nvSpPr>
            <p:cNvPr id="268" name="Google Shape;268;p28"/>
            <p:cNvSpPr/>
            <p:nvPr/>
          </p:nvSpPr>
          <p:spPr>
            <a:xfrm>
              <a:off x="4804925" y="4810064"/>
              <a:ext cx="1376500" cy="401825"/>
            </a:xfrm>
            <a:custGeom>
              <a:avLst/>
              <a:gdLst/>
              <a:ahLst/>
              <a:cxnLst/>
              <a:rect l="l" t="t" r="r" b="b"/>
              <a:pathLst>
                <a:path w="55060" h="16073" extrusionOk="0">
                  <a:moveTo>
                    <a:pt x="40081" y="0"/>
                  </a:moveTo>
                  <a:lnTo>
                    <a:pt x="55060" y="15868"/>
                  </a:lnTo>
                  <a:lnTo>
                    <a:pt x="0" y="16073"/>
                  </a:lnTo>
                  <a:lnTo>
                    <a:pt x="1300" y="12585"/>
                  </a:lnTo>
                  <a:close/>
                </a:path>
              </a:pathLst>
            </a:custGeom>
            <a:solidFill>
              <a:srgbClr val="9C5631"/>
            </a:solidFill>
            <a:ln>
              <a:noFill/>
            </a:ln>
          </p:spPr>
        </p:sp>
      </p:grpSp>
      <p:sp>
        <p:nvSpPr>
          <p:cNvPr id="2" name="Google Shape;219;p28">
            <a:extLst>
              <a:ext uri="{FF2B5EF4-FFF2-40B4-BE49-F238E27FC236}">
                <a16:creationId xmlns:a16="http://schemas.microsoft.com/office/drawing/2014/main" id="{91587EF8-51AC-6E63-07C5-AB6501B972B9}"/>
              </a:ext>
            </a:extLst>
          </p:cNvPr>
          <p:cNvSpPr txBox="1">
            <a:spLocks/>
          </p:cNvSpPr>
          <p:nvPr/>
        </p:nvSpPr>
        <p:spPr>
          <a:xfrm>
            <a:off x="-61472" y="4621926"/>
            <a:ext cx="9205471" cy="48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None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/>
            <a:r>
              <a:rPr lang="en-US" sz="24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Final Project</a:t>
            </a:r>
            <a:endParaRPr lang="en-US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>
            <a:spLocks noGrp="1"/>
          </p:cNvSpPr>
          <p:nvPr>
            <p:ph type="title"/>
          </p:nvPr>
        </p:nvSpPr>
        <p:spPr>
          <a:xfrm>
            <a:off x="0" y="2926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81" name="Google Shape;281;p30"/>
          <p:cNvSpPr txBox="1">
            <a:spLocks noGrp="1"/>
          </p:cNvSpPr>
          <p:nvPr>
            <p:ph type="title" idx="2"/>
          </p:nvPr>
        </p:nvSpPr>
        <p:spPr>
          <a:xfrm>
            <a:off x="1993264" y="3872165"/>
            <a:ext cx="2528728" cy="6909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sz="1200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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 Data Understanding</a:t>
            </a:r>
            <a:br>
              <a:rPr lang="en-US" sz="12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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 Exploratory Data Analysis</a:t>
            </a:r>
            <a:br>
              <a:rPr lang="en-US" sz="12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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 Data Preprocessing</a:t>
            </a:r>
            <a:endParaRPr sz="12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 idx="3"/>
          </p:nvPr>
        </p:nvSpPr>
        <p:spPr>
          <a:xfrm>
            <a:off x="1335882" y="2715825"/>
            <a:ext cx="754242" cy="6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02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 idx="6"/>
          </p:nvPr>
        </p:nvSpPr>
        <p:spPr>
          <a:xfrm>
            <a:off x="1335881" y="3444491"/>
            <a:ext cx="754242" cy="6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>
                    <a:lumMod val="75000"/>
                  </a:schemeClr>
                </a:solidFill>
              </a:rPr>
              <a:t>03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0" name="Google Shape;290;p30"/>
          <p:cNvSpPr txBox="1">
            <a:spLocks noGrp="1"/>
          </p:cNvSpPr>
          <p:nvPr>
            <p:ph type="title" idx="13"/>
          </p:nvPr>
        </p:nvSpPr>
        <p:spPr>
          <a:xfrm>
            <a:off x="5635165" y="2101966"/>
            <a:ext cx="24384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Building Model</a:t>
            </a:r>
            <a:endParaRPr dirty="0"/>
          </a:p>
        </p:txBody>
      </p:sp>
      <p:sp>
        <p:nvSpPr>
          <p:cNvPr id="292" name="Google Shape;292;p30"/>
          <p:cNvSpPr txBox="1">
            <a:spLocks noGrp="1"/>
          </p:cNvSpPr>
          <p:nvPr>
            <p:ph type="title" idx="15"/>
          </p:nvPr>
        </p:nvSpPr>
        <p:spPr>
          <a:xfrm>
            <a:off x="4960788" y="1982872"/>
            <a:ext cx="754243" cy="6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04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  <p:sp>
        <p:nvSpPr>
          <p:cNvPr id="3" name="Google Shape;292;p30">
            <a:extLst>
              <a:ext uri="{FF2B5EF4-FFF2-40B4-BE49-F238E27FC236}">
                <a16:creationId xmlns:a16="http://schemas.microsoft.com/office/drawing/2014/main" id="{B4264760-7CA8-579F-0F89-FFA081725F42}"/>
              </a:ext>
            </a:extLst>
          </p:cNvPr>
          <p:cNvSpPr txBox="1">
            <a:spLocks/>
          </p:cNvSpPr>
          <p:nvPr/>
        </p:nvSpPr>
        <p:spPr>
          <a:xfrm>
            <a:off x="4960789" y="2704778"/>
            <a:ext cx="754242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Lilita One"/>
              <a:buNone/>
              <a:defRPr sz="3600" b="0" i="0" u="none" strike="noStrike" cap="none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solidFill>
                  <a:schemeClr val="accent6">
                    <a:lumMod val="75000"/>
                  </a:schemeClr>
                </a:solidFill>
              </a:rPr>
              <a:t>05</a:t>
            </a:r>
          </a:p>
        </p:txBody>
      </p:sp>
      <p:sp>
        <p:nvSpPr>
          <p:cNvPr id="4" name="Google Shape;290;p30">
            <a:extLst>
              <a:ext uri="{FF2B5EF4-FFF2-40B4-BE49-F238E27FC236}">
                <a16:creationId xmlns:a16="http://schemas.microsoft.com/office/drawing/2014/main" id="{9867743D-57B9-2B9D-4549-E83A2685F224}"/>
              </a:ext>
            </a:extLst>
          </p:cNvPr>
          <p:cNvSpPr txBox="1">
            <a:spLocks/>
          </p:cNvSpPr>
          <p:nvPr/>
        </p:nvSpPr>
        <p:spPr>
          <a:xfrm>
            <a:off x="5635165" y="2848946"/>
            <a:ext cx="2617425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ilita One"/>
              <a:buNone/>
              <a:defRPr sz="1600" b="0" i="0" u="none" strike="noStrike" cap="none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 err="1"/>
              <a:t>Streamlit</a:t>
            </a:r>
            <a:r>
              <a:rPr lang="en-US" dirty="0"/>
              <a:t> App Development</a:t>
            </a:r>
          </a:p>
        </p:txBody>
      </p:sp>
      <p:sp>
        <p:nvSpPr>
          <p:cNvPr id="21" name="Google Shape;292;p30">
            <a:extLst>
              <a:ext uri="{FF2B5EF4-FFF2-40B4-BE49-F238E27FC236}">
                <a16:creationId xmlns:a16="http://schemas.microsoft.com/office/drawing/2014/main" id="{2D08EC48-FD79-0F6B-3343-5FA1757FA777}"/>
              </a:ext>
            </a:extLst>
          </p:cNvPr>
          <p:cNvSpPr txBox="1">
            <a:spLocks/>
          </p:cNvSpPr>
          <p:nvPr/>
        </p:nvSpPr>
        <p:spPr>
          <a:xfrm>
            <a:off x="4960788" y="3455417"/>
            <a:ext cx="754242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Lilita One"/>
              <a:buNone/>
              <a:defRPr sz="3600" b="0" i="0" u="none" strike="noStrike" cap="none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06</a:t>
            </a:r>
          </a:p>
        </p:txBody>
      </p:sp>
      <p:sp>
        <p:nvSpPr>
          <p:cNvPr id="22" name="Google Shape;290;p30">
            <a:extLst>
              <a:ext uri="{FF2B5EF4-FFF2-40B4-BE49-F238E27FC236}">
                <a16:creationId xmlns:a16="http://schemas.microsoft.com/office/drawing/2014/main" id="{DCE12191-EFEE-2E36-9C26-6933EE13FBE9}"/>
              </a:ext>
            </a:extLst>
          </p:cNvPr>
          <p:cNvSpPr txBox="1">
            <a:spLocks/>
          </p:cNvSpPr>
          <p:nvPr/>
        </p:nvSpPr>
        <p:spPr>
          <a:xfrm>
            <a:off x="5635165" y="3461246"/>
            <a:ext cx="2528728" cy="6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ilita One"/>
              <a:buNone/>
              <a:defRPr sz="1600" b="0" i="0" u="none" strike="noStrike" cap="none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Conclusions and Business &amp; Actionable Insights</a:t>
            </a:r>
          </a:p>
        </p:txBody>
      </p:sp>
      <p:sp>
        <p:nvSpPr>
          <p:cNvPr id="7" name="Google Shape;281;p30">
            <a:extLst>
              <a:ext uri="{FF2B5EF4-FFF2-40B4-BE49-F238E27FC236}">
                <a16:creationId xmlns:a16="http://schemas.microsoft.com/office/drawing/2014/main" id="{33BD699A-9788-61CB-3749-2D51D99DAC2D}"/>
              </a:ext>
            </a:extLst>
          </p:cNvPr>
          <p:cNvSpPr txBox="1">
            <a:spLocks/>
          </p:cNvSpPr>
          <p:nvPr/>
        </p:nvSpPr>
        <p:spPr>
          <a:xfrm>
            <a:off x="4246738" y="1294566"/>
            <a:ext cx="1689747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ilita One"/>
              <a:buNone/>
              <a:defRPr sz="1600" b="0" i="0" u="none" strike="noStrike" cap="none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Introduction</a:t>
            </a:r>
          </a:p>
        </p:txBody>
      </p:sp>
      <p:sp>
        <p:nvSpPr>
          <p:cNvPr id="9" name="Google Shape;283;p30">
            <a:extLst>
              <a:ext uri="{FF2B5EF4-FFF2-40B4-BE49-F238E27FC236}">
                <a16:creationId xmlns:a16="http://schemas.microsoft.com/office/drawing/2014/main" id="{9B130C80-471E-5CC9-8387-413F3EDE6959}"/>
              </a:ext>
            </a:extLst>
          </p:cNvPr>
          <p:cNvSpPr txBox="1">
            <a:spLocks/>
          </p:cNvSpPr>
          <p:nvPr/>
        </p:nvSpPr>
        <p:spPr>
          <a:xfrm>
            <a:off x="3533452" y="1157004"/>
            <a:ext cx="783836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Lilita One"/>
              <a:buNone/>
              <a:defRPr sz="3600" b="0" i="0" u="none" strike="noStrike" cap="none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00</a:t>
            </a:r>
          </a:p>
        </p:txBody>
      </p:sp>
      <p:sp>
        <p:nvSpPr>
          <p:cNvPr id="10" name="Google Shape;284;p30">
            <a:extLst>
              <a:ext uri="{FF2B5EF4-FFF2-40B4-BE49-F238E27FC236}">
                <a16:creationId xmlns:a16="http://schemas.microsoft.com/office/drawing/2014/main" id="{C9CD398B-A65B-5019-F0C7-24E7F710E288}"/>
              </a:ext>
            </a:extLst>
          </p:cNvPr>
          <p:cNvSpPr txBox="1">
            <a:spLocks/>
          </p:cNvSpPr>
          <p:nvPr/>
        </p:nvSpPr>
        <p:spPr>
          <a:xfrm>
            <a:off x="1997254" y="2101966"/>
            <a:ext cx="2675121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ilita One"/>
              <a:buNone/>
              <a:defRPr sz="1600" b="0" i="0" u="none" strike="noStrike" cap="none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What and Why Obesity?</a:t>
            </a:r>
          </a:p>
        </p:txBody>
      </p:sp>
      <p:sp>
        <p:nvSpPr>
          <p:cNvPr id="12" name="Google Shape;286;p30">
            <a:extLst>
              <a:ext uri="{FF2B5EF4-FFF2-40B4-BE49-F238E27FC236}">
                <a16:creationId xmlns:a16="http://schemas.microsoft.com/office/drawing/2014/main" id="{5F180366-4E74-1A0F-F7FE-1CD954167789}"/>
              </a:ext>
            </a:extLst>
          </p:cNvPr>
          <p:cNvSpPr txBox="1">
            <a:spLocks/>
          </p:cNvSpPr>
          <p:nvPr/>
        </p:nvSpPr>
        <p:spPr>
          <a:xfrm>
            <a:off x="1335881" y="1943990"/>
            <a:ext cx="754242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Lilita One"/>
              <a:buNone/>
              <a:defRPr sz="3600" b="0" i="0" u="none" strike="noStrike" cap="none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solidFill>
                  <a:schemeClr val="accent6">
                    <a:lumMod val="75000"/>
                  </a:schemeClr>
                </a:solidFill>
              </a:rPr>
              <a:t>01</a:t>
            </a:r>
          </a:p>
        </p:txBody>
      </p:sp>
      <p:sp>
        <p:nvSpPr>
          <p:cNvPr id="23" name="Google Shape;281;p30">
            <a:extLst>
              <a:ext uri="{FF2B5EF4-FFF2-40B4-BE49-F238E27FC236}">
                <a16:creationId xmlns:a16="http://schemas.microsoft.com/office/drawing/2014/main" id="{996A0AAB-08EF-5D0D-3ACD-80383B73E21D}"/>
              </a:ext>
            </a:extLst>
          </p:cNvPr>
          <p:cNvSpPr txBox="1">
            <a:spLocks/>
          </p:cNvSpPr>
          <p:nvPr/>
        </p:nvSpPr>
        <p:spPr>
          <a:xfrm>
            <a:off x="1994337" y="3579343"/>
            <a:ext cx="24384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ilita One"/>
              <a:buNone/>
              <a:defRPr sz="1600" b="0" i="0" u="none" strike="noStrike" cap="none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Data Preparation</a:t>
            </a:r>
          </a:p>
        </p:txBody>
      </p:sp>
      <p:sp>
        <p:nvSpPr>
          <p:cNvPr id="24" name="Google Shape;284;p30">
            <a:extLst>
              <a:ext uri="{FF2B5EF4-FFF2-40B4-BE49-F238E27FC236}">
                <a16:creationId xmlns:a16="http://schemas.microsoft.com/office/drawing/2014/main" id="{4A1A506A-1948-69C7-991F-7BC1D1691729}"/>
              </a:ext>
            </a:extLst>
          </p:cNvPr>
          <p:cNvSpPr txBox="1">
            <a:spLocks/>
          </p:cNvSpPr>
          <p:nvPr/>
        </p:nvSpPr>
        <p:spPr>
          <a:xfrm>
            <a:off x="1997253" y="2814728"/>
            <a:ext cx="2675121" cy="575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ilita One"/>
              <a:buNone/>
              <a:defRPr sz="1600" b="0" i="0" u="none" strike="noStrike" cap="none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Project Background and Problem Statement</a:t>
            </a:r>
          </a:p>
        </p:txBody>
      </p:sp>
      <p:sp>
        <p:nvSpPr>
          <p:cNvPr id="13" name="Teardrop 12">
            <a:extLst>
              <a:ext uri="{FF2B5EF4-FFF2-40B4-BE49-F238E27FC236}">
                <a16:creationId xmlns:a16="http://schemas.microsoft.com/office/drawing/2014/main" id="{948BE626-747C-1DD5-5444-F6F4B80C42C3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6D37A301-D70D-6985-8C55-C5C16BEE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955F9E92-BB53-3CA1-1577-3CD7913D5D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1100" y="2923417"/>
            <a:ext cx="3548544" cy="6957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</a:p>
        </p:txBody>
      </p:sp>
      <p:sp>
        <p:nvSpPr>
          <p:cNvPr id="299" name="Google Shape;299;p31">
            <a:extLst>
              <a:ext uri="{FF2B5EF4-FFF2-40B4-BE49-F238E27FC236}">
                <a16:creationId xmlns:a16="http://schemas.microsoft.com/office/drawing/2014/main" id="{80F79B1C-34F5-9C26-F8F6-9EAE63CC05D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31100" y="2044893"/>
            <a:ext cx="2438400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00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665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8B43CFDC-BB8F-D874-D4FD-F24AF11D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">
            <a:extLst>
              <a:ext uri="{FF2B5EF4-FFF2-40B4-BE49-F238E27FC236}">
                <a16:creationId xmlns:a16="http://schemas.microsoft.com/office/drawing/2014/main" id="{CD244E88-8DB6-7591-3E1D-2599AA8BB2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Me</a:t>
            </a:r>
            <a:endParaRPr dirty="0"/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34318742-A50C-F36E-3239-26EE34258539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63F05F-65A0-5502-52B1-586AA0DD47FF}"/>
              </a:ext>
            </a:extLst>
          </p:cNvPr>
          <p:cNvSpPr txBox="1"/>
          <p:nvPr/>
        </p:nvSpPr>
        <p:spPr>
          <a:xfrm>
            <a:off x="810285" y="1727542"/>
            <a:ext cx="26975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Name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 : Daud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Rusyad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 Nurdin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Background :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IT &amp; Management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Role :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IT Consultant</a:t>
            </a:r>
          </a:p>
        </p:txBody>
      </p:sp>
      <p:cxnSp>
        <p:nvCxnSpPr>
          <p:cNvPr id="21" name="Google Shape;721;p40">
            <a:extLst>
              <a:ext uri="{FF2B5EF4-FFF2-40B4-BE49-F238E27FC236}">
                <a16:creationId xmlns:a16="http://schemas.microsoft.com/office/drawing/2014/main" id="{89952D0F-2B65-67A8-9E32-B1C4B94DB90F}"/>
              </a:ext>
            </a:extLst>
          </p:cNvPr>
          <p:cNvCxnSpPr>
            <a:cxnSpLocks/>
          </p:cNvCxnSpPr>
          <p:nvPr/>
        </p:nvCxnSpPr>
        <p:spPr>
          <a:xfrm>
            <a:off x="5387940" y="1555301"/>
            <a:ext cx="31149" cy="2865445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9947E5C-2F0E-4EBA-6318-5AE701F9CFFF}"/>
              </a:ext>
            </a:extLst>
          </p:cNvPr>
          <p:cNvSpPr txBox="1"/>
          <p:nvPr/>
        </p:nvSpPr>
        <p:spPr>
          <a:xfrm>
            <a:off x="5956975" y="1648544"/>
            <a:ext cx="29505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Data 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Spaces Connector Development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SKK Migas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Business Analyst</a:t>
            </a:r>
            <a:endParaRPr lang="en-US" sz="1200" dirty="0">
              <a:solidFill>
                <a:schemeClr val="accent3">
                  <a:lumMod val="50000"/>
                </a:schemeClr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6835E-E8B0-F0BC-7689-131D8580D84B}"/>
              </a:ext>
            </a:extLst>
          </p:cNvPr>
          <p:cNvSpPr txBox="1"/>
          <p:nvPr/>
        </p:nvSpPr>
        <p:spPr>
          <a:xfrm>
            <a:off x="5455913" y="2375360"/>
            <a:ext cx="690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2024 </a:t>
            </a:r>
          </a:p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2025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4934DA-EB49-FAAF-D2D5-372FD4E37A00}"/>
              </a:ext>
            </a:extLst>
          </p:cNvPr>
          <p:cNvSpPr txBox="1"/>
          <p:nvPr/>
        </p:nvSpPr>
        <p:spPr>
          <a:xfrm>
            <a:off x="5956975" y="3150259"/>
            <a:ext cx="28295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TAM (Taxpayer Accounting Management) Data Migration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Directorate General of Tax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Data Analyst</a:t>
            </a:r>
          </a:p>
        </p:txBody>
      </p:sp>
      <p:sp>
        <p:nvSpPr>
          <p:cNvPr id="53" name="Google Shape;723;p40">
            <a:extLst>
              <a:ext uri="{FF2B5EF4-FFF2-40B4-BE49-F238E27FC236}">
                <a16:creationId xmlns:a16="http://schemas.microsoft.com/office/drawing/2014/main" id="{3188938A-4661-9C0C-4576-C0D0ABF1415C}"/>
              </a:ext>
            </a:extLst>
          </p:cNvPr>
          <p:cNvSpPr/>
          <p:nvPr/>
        </p:nvSpPr>
        <p:spPr>
          <a:xfrm>
            <a:off x="5270192" y="1704066"/>
            <a:ext cx="244006" cy="26297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cxnSp>
        <p:nvCxnSpPr>
          <p:cNvPr id="58" name="Google Shape;730;p40">
            <a:extLst>
              <a:ext uri="{FF2B5EF4-FFF2-40B4-BE49-F238E27FC236}">
                <a16:creationId xmlns:a16="http://schemas.microsoft.com/office/drawing/2014/main" id="{CB4C4982-F203-722A-F3AC-08E6BC11219B}"/>
              </a:ext>
            </a:extLst>
          </p:cNvPr>
          <p:cNvCxnSpPr>
            <a:cxnSpLocks/>
          </p:cNvCxnSpPr>
          <p:nvPr/>
        </p:nvCxnSpPr>
        <p:spPr>
          <a:xfrm>
            <a:off x="5419089" y="1836114"/>
            <a:ext cx="472947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5AB3C49-4D5E-E519-7E8D-A5D3D42191E0}"/>
              </a:ext>
            </a:extLst>
          </p:cNvPr>
          <p:cNvSpPr txBox="1"/>
          <p:nvPr/>
        </p:nvSpPr>
        <p:spPr>
          <a:xfrm>
            <a:off x="810285" y="2583470"/>
            <a:ext cx="33894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Expertise / Experience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System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Data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Data Warehousing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Business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SAP Consultant (Fi-Co module certified)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etc.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A3A0CC-10A6-E934-4BE5-7994AFF901DF}"/>
              </a:ext>
            </a:extLst>
          </p:cNvPr>
          <p:cNvSpPr txBox="1"/>
          <p:nvPr/>
        </p:nvSpPr>
        <p:spPr>
          <a:xfrm>
            <a:off x="5956975" y="2385653"/>
            <a:ext cx="26095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SPAN Upgrade and Enhancement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Director General of the State Treasury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Technical Support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210EAE-0CCA-BA5B-18F0-5380FA697FCA}"/>
              </a:ext>
            </a:extLst>
          </p:cNvPr>
          <p:cNvSpPr txBox="1"/>
          <p:nvPr/>
        </p:nvSpPr>
        <p:spPr>
          <a:xfrm>
            <a:off x="5463229" y="1595818"/>
            <a:ext cx="599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2025</a:t>
            </a:r>
          </a:p>
        </p:txBody>
      </p:sp>
      <p:sp>
        <p:nvSpPr>
          <p:cNvPr id="62" name="Google Shape;723;p40">
            <a:extLst>
              <a:ext uri="{FF2B5EF4-FFF2-40B4-BE49-F238E27FC236}">
                <a16:creationId xmlns:a16="http://schemas.microsoft.com/office/drawing/2014/main" id="{F6EF30D8-FB75-E441-BBC3-BE0A7807BE01}"/>
              </a:ext>
            </a:extLst>
          </p:cNvPr>
          <p:cNvSpPr/>
          <p:nvPr/>
        </p:nvSpPr>
        <p:spPr>
          <a:xfrm>
            <a:off x="5280293" y="2467815"/>
            <a:ext cx="244006" cy="26297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cxnSp>
        <p:nvCxnSpPr>
          <p:cNvPr id="63" name="Google Shape;730;p40">
            <a:extLst>
              <a:ext uri="{FF2B5EF4-FFF2-40B4-BE49-F238E27FC236}">
                <a16:creationId xmlns:a16="http://schemas.microsoft.com/office/drawing/2014/main" id="{56B1AF0D-61F5-CA02-EA13-19FA823D9284}"/>
              </a:ext>
            </a:extLst>
          </p:cNvPr>
          <p:cNvCxnSpPr>
            <a:cxnSpLocks/>
          </p:cNvCxnSpPr>
          <p:nvPr/>
        </p:nvCxnSpPr>
        <p:spPr>
          <a:xfrm>
            <a:off x="5491069" y="2599863"/>
            <a:ext cx="394202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5" name="TextBox 384">
            <a:extLst>
              <a:ext uri="{FF2B5EF4-FFF2-40B4-BE49-F238E27FC236}">
                <a16:creationId xmlns:a16="http://schemas.microsoft.com/office/drawing/2014/main" id="{25A0FF9D-40AA-8E90-A64D-13B5016352E2}"/>
              </a:ext>
            </a:extLst>
          </p:cNvPr>
          <p:cNvSpPr txBox="1"/>
          <p:nvPr/>
        </p:nvSpPr>
        <p:spPr>
          <a:xfrm>
            <a:off x="5476538" y="3150259"/>
            <a:ext cx="690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2023 </a:t>
            </a:r>
          </a:p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2024</a:t>
            </a:r>
          </a:p>
        </p:txBody>
      </p:sp>
      <p:sp>
        <p:nvSpPr>
          <p:cNvPr id="386" name="Google Shape;723;p40">
            <a:extLst>
              <a:ext uri="{FF2B5EF4-FFF2-40B4-BE49-F238E27FC236}">
                <a16:creationId xmlns:a16="http://schemas.microsoft.com/office/drawing/2014/main" id="{C6B2283B-424F-F292-93C7-E671D7F11BA2}"/>
              </a:ext>
            </a:extLst>
          </p:cNvPr>
          <p:cNvSpPr/>
          <p:nvPr/>
        </p:nvSpPr>
        <p:spPr>
          <a:xfrm>
            <a:off x="5287168" y="3242714"/>
            <a:ext cx="244006" cy="26297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cxnSp>
        <p:nvCxnSpPr>
          <p:cNvPr id="387" name="Google Shape;730;p40">
            <a:extLst>
              <a:ext uri="{FF2B5EF4-FFF2-40B4-BE49-F238E27FC236}">
                <a16:creationId xmlns:a16="http://schemas.microsoft.com/office/drawing/2014/main" id="{93BD32B9-EAEC-E448-20E8-8A9FC71E16F3}"/>
              </a:ext>
            </a:extLst>
          </p:cNvPr>
          <p:cNvCxnSpPr>
            <a:cxnSpLocks/>
          </p:cNvCxnSpPr>
          <p:nvPr/>
        </p:nvCxnSpPr>
        <p:spPr>
          <a:xfrm>
            <a:off x="5511694" y="3374762"/>
            <a:ext cx="394202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8" name="TextBox 387">
            <a:extLst>
              <a:ext uri="{FF2B5EF4-FFF2-40B4-BE49-F238E27FC236}">
                <a16:creationId xmlns:a16="http://schemas.microsoft.com/office/drawing/2014/main" id="{ACE1958F-C2E9-DB42-DAEB-B4577C2CD3F9}"/>
              </a:ext>
            </a:extLst>
          </p:cNvPr>
          <p:cNvSpPr txBox="1"/>
          <p:nvPr/>
        </p:nvSpPr>
        <p:spPr>
          <a:xfrm>
            <a:off x="5218426" y="1213658"/>
            <a:ext cx="2697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Project Experience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17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439D5-C474-9C0A-2A2B-807657E5A9D7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10822" y="1220784"/>
            <a:ext cx="3861178" cy="3038475"/>
          </a:xfrm>
        </p:spPr>
        <p:txBody>
          <a:bodyPr/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3">
                    <a:lumMod val="50000"/>
                  </a:schemeClr>
                </a:solidFill>
              </a:rPr>
              <a:t>Dashboard of Revenue and Profit Analysis (Power BI)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3">
                    <a:lumMod val="50000"/>
                  </a:schemeClr>
                </a:solidFill>
              </a:rPr>
              <a:t>Dashboard of Marketing Channel Analysis/ RFM Analysis (Power BI)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3">
                    <a:lumMod val="50000"/>
                  </a:schemeClr>
                </a:solidFill>
              </a:rPr>
              <a:t>Telco Customer Churn Analysis (</a:t>
            </a:r>
            <a:r>
              <a:rPr lang="en-US" sz="1500" dirty="0" err="1">
                <a:solidFill>
                  <a:schemeClr val="accent3">
                    <a:lumMod val="50000"/>
                  </a:schemeClr>
                </a:solidFill>
              </a:rPr>
              <a:t>Streamlit</a:t>
            </a:r>
            <a:r>
              <a:rPr lang="en-US" sz="1500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FF730-21F7-9DD9-A195-4C5D902E74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0822" y="342900"/>
            <a:ext cx="3739734" cy="1020763"/>
          </a:xfrm>
        </p:spPr>
        <p:txBody>
          <a:bodyPr/>
          <a:lstStyle/>
          <a:p>
            <a:r>
              <a:rPr lang="en-US" b="1" dirty="0"/>
              <a:t>Previous Projects</a:t>
            </a:r>
            <a:br>
              <a:rPr lang="en-US" b="1" dirty="0"/>
            </a:br>
            <a:r>
              <a:rPr lang="en-US" sz="1800" b="1" dirty="0"/>
              <a:t>@dibimbing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C0DD82-3A30-0A7D-D8DB-06DA53751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456" y="2571750"/>
            <a:ext cx="3867397" cy="2232526"/>
          </a:xfrm>
          <a:prstGeom prst="roundRect">
            <a:avLst>
              <a:gd name="adj" fmla="val 410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C8C93E-43FD-3FD4-150E-D81617099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456" y="342900"/>
            <a:ext cx="3867297" cy="2115192"/>
          </a:xfrm>
          <a:prstGeom prst="roundRect">
            <a:avLst>
              <a:gd name="adj" fmla="val 531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45A1D1-9D5D-FB08-072F-FF4841532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23" y="2571750"/>
            <a:ext cx="3861178" cy="2189954"/>
          </a:xfrm>
          <a:prstGeom prst="roundRect">
            <a:avLst>
              <a:gd name="adj" fmla="val 402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ardrop 2">
            <a:extLst>
              <a:ext uri="{FF2B5EF4-FFF2-40B4-BE49-F238E27FC236}">
                <a16:creationId xmlns:a16="http://schemas.microsoft.com/office/drawing/2014/main" id="{152BCCA1-73E4-F52E-CD6A-A8337B778E41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3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>
            <a:spLocks noGrp="1"/>
          </p:cNvSpPr>
          <p:nvPr>
            <p:ph type="title"/>
          </p:nvPr>
        </p:nvSpPr>
        <p:spPr>
          <a:xfrm>
            <a:off x="5031100" y="2923417"/>
            <a:ext cx="3548544" cy="11556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and Why Obesity?</a:t>
            </a:r>
          </a:p>
        </p:txBody>
      </p:sp>
      <p:sp>
        <p:nvSpPr>
          <p:cNvPr id="299" name="Google Shape;299;p31"/>
          <p:cNvSpPr txBox="1">
            <a:spLocks noGrp="1"/>
          </p:cNvSpPr>
          <p:nvPr>
            <p:ph type="title" idx="2"/>
          </p:nvPr>
        </p:nvSpPr>
        <p:spPr>
          <a:xfrm>
            <a:off x="5031100" y="2044893"/>
            <a:ext cx="2438400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01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A2D9-5C1B-D11B-5ED7-07EC8266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Obesity?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11317-D71C-26FA-EC8C-E26CBB46E6D5}"/>
              </a:ext>
            </a:extLst>
          </p:cNvPr>
          <p:cNvSpPr txBox="1"/>
          <p:nvPr/>
        </p:nvSpPr>
        <p:spPr>
          <a:xfrm>
            <a:off x="1353740" y="1678602"/>
            <a:ext cx="64365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“Obesity is the excessive accumulation of fat resulting from a long-term imbalance between energy intake and energy expenditure” </a:t>
            </a:r>
          </a:p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(WHO, 2000)</a:t>
            </a:r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0A7C838B-461A-136D-4C6B-D2CD31D6EF3E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85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0522-00E9-D36E-E7E0-B841B4B4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45AC-1C2C-F32F-540B-CC5B092B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Obesity – a Global Epidemic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42A065-1B34-7347-28A0-562C06B87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294704"/>
              </p:ext>
            </p:extLst>
          </p:nvPr>
        </p:nvGraphicFramePr>
        <p:xfrm>
          <a:off x="540228" y="1738312"/>
          <a:ext cx="8101012" cy="2377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113">
                  <a:extLst>
                    <a:ext uri="{9D8B030D-6E8A-4147-A177-3AD203B41FA5}">
                      <a16:colId xmlns:a16="http://schemas.microsoft.com/office/drawing/2014/main" val="376397880"/>
                    </a:ext>
                  </a:extLst>
                </a:gridCol>
                <a:gridCol w="2148183">
                  <a:extLst>
                    <a:ext uri="{9D8B030D-6E8A-4147-A177-3AD203B41FA5}">
                      <a16:colId xmlns:a16="http://schemas.microsoft.com/office/drawing/2014/main" val="2446102562"/>
                    </a:ext>
                  </a:extLst>
                </a:gridCol>
                <a:gridCol w="5466716">
                  <a:extLst>
                    <a:ext uri="{9D8B030D-6E8A-4147-A177-3AD203B41FA5}">
                      <a16:colId xmlns:a16="http://schemas.microsoft.com/office/drawing/2014/main" val="186171936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No</a:t>
                      </a:r>
                      <a:endParaRPr lang="en-US" sz="15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Key Fact</a:t>
                      </a:r>
                      <a:endParaRPr lang="en-US" sz="15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Main Data (2024)</a:t>
                      </a:r>
                      <a:endParaRPr lang="en-US" sz="15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61156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Global Scale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1 billion adults obese (16% world population); 43% overweight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7760345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Rapid Increase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2x since 1990; 4x in children/teens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06115252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2035 Projection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1.53 billion obese (if not prevented)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6106293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Annual Deaths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5 million lives (1 in 8 chronic disease deaths)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84944414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Global Cost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Trillions $ (healthcare + lost productivity)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37100545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Environmental Crisis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Carbon emissions ↑ = obesity ↑ correlation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41677757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WHO Target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Halt obesity &amp; diabetes rise (2025)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885157191"/>
                  </a:ext>
                </a:extLst>
              </a:tr>
            </a:tbl>
          </a:graphicData>
        </a:graphic>
      </p:graphicFrame>
      <p:sp>
        <p:nvSpPr>
          <p:cNvPr id="5" name="Title 10">
            <a:extLst>
              <a:ext uri="{FF2B5EF4-FFF2-40B4-BE49-F238E27FC236}">
                <a16:creationId xmlns:a16="http://schemas.microsoft.com/office/drawing/2014/main" id="{503124DB-1D62-9947-C4D3-396EAD06947E}"/>
              </a:ext>
            </a:extLst>
          </p:cNvPr>
          <p:cNvSpPr txBox="1">
            <a:spLocks/>
          </p:cNvSpPr>
          <p:nvPr/>
        </p:nvSpPr>
        <p:spPr>
          <a:xfrm>
            <a:off x="502760" y="1358212"/>
            <a:ext cx="2988785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7 Alarming Global Facts</a:t>
            </a:r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C9F6A9DF-04DF-FE04-D1A7-55ABBB5B33F7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7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FE475-ADFF-F927-5FD9-5865DF69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17F5DE2-7AC2-AF80-8F44-437757D73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29"/>
          <a:stretch>
            <a:fillRect/>
          </a:stretch>
        </p:blipFill>
        <p:spPr>
          <a:xfrm>
            <a:off x="1615161" y="1133348"/>
            <a:ext cx="5927965" cy="3867277"/>
          </a:xfrm>
          <a:prstGeom prst="roundRect">
            <a:avLst>
              <a:gd name="adj" fmla="val 194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F1BABC-BAD6-2FED-D670-5D00DEFFC1EC}"/>
              </a:ext>
            </a:extLst>
          </p:cNvPr>
          <p:cNvSpPr txBox="1"/>
          <p:nvPr/>
        </p:nvSpPr>
        <p:spPr>
          <a:xfrm>
            <a:off x="139976" y="4273794"/>
            <a:ext cx="293608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3">
                    <a:lumMod val="50000"/>
                  </a:schemeClr>
                </a:solidFill>
              </a:rPr>
              <a:t>Source: https://worldpopulationreview.com/country-rankings/obesity-rates-by-country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EA66A-9827-64BE-D1F2-CF9A5C74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Obesity Rate by Country in 2025</a:t>
            </a:r>
            <a:br>
              <a:rPr lang="en-US" dirty="0"/>
            </a:br>
            <a:endParaRPr lang="en-US" dirty="0"/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D2BB8651-FB32-752B-28B2-E7D68F2F9424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187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B9B5-365D-EE99-6023-E2BC8A3B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dirty="0">
                <a:solidFill>
                  <a:schemeClr val="accent3">
                    <a:lumMod val="50000"/>
                  </a:schemeClr>
                </a:solidFill>
              </a:rPr>
              <a:t>Global Trends in Adult Body-Mass Index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D87FE-592F-705F-CFE7-C07109AA2296}"/>
              </a:ext>
            </a:extLst>
          </p:cNvPr>
          <p:cNvSpPr txBox="1"/>
          <p:nvPr/>
        </p:nvSpPr>
        <p:spPr>
          <a:xfrm>
            <a:off x="554371" y="4649829"/>
            <a:ext cx="67784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Source: </a:t>
            </a:r>
            <a:r>
              <a:rPr lang="en-US" sz="1050" dirty="0">
                <a:hlinkClick r:id="rId2"/>
              </a:rPr>
              <a:t>https://www.voronoiapp.com/healthcare/Fattest-And-Fittest-Countries-5199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79FB71-C7A8-02D6-9FF8-0EB1DB13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07" y="1091074"/>
            <a:ext cx="7908986" cy="3558755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3" name="Teardrop 2">
            <a:extLst>
              <a:ext uri="{FF2B5EF4-FFF2-40B4-BE49-F238E27FC236}">
                <a16:creationId xmlns:a16="http://schemas.microsoft.com/office/drawing/2014/main" id="{272FDA11-F8D4-F842-09E8-6D253E39A0E9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36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664E3A3D-79D1-CFF5-14D3-79A382E3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016840D6-C4E3-2962-803C-7836B3840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1100" y="2923417"/>
            <a:ext cx="4048606" cy="11556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Project Background &amp; </a:t>
            </a:r>
            <a:br>
              <a:rPr lang="en-US" sz="3200" dirty="0"/>
            </a:br>
            <a:r>
              <a:rPr lang="en-US" sz="3200" dirty="0"/>
              <a:t>Problem Statement</a:t>
            </a:r>
          </a:p>
        </p:txBody>
      </p:sp>
      <p:sp>
        <p:nvSpPr>
          <p:cNvPr id="299" name="Google Shape;299;p31">
            <a:extLst>
              <a:ext uri="{FF2B5EF4-FFF2-40B4-BE49-F238E27FC236}">
                <a16:creationId xmlns:a16="http://schemas.microsoft.com/office/drawing/2014/main" id="{CDD633E5-D9F9-BBC8-C6A3-911FE49EA53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31100" y="2044893"/>
            <a:ext cx="2438400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02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53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C49BF-C05E-221A-9F42-F24CEE1C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71FE-2FC6-B5EC-A9CD-B980F25B7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3B94B-32AF-C5F5-9B9C-86D00DA28FC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0105" y="1293018"/>
            <a:ext cx="7889858" cy="338530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Raise awareness of public health issues related to obesity.</a:t>
            </a:r>
          </a:p>
          <a:p>
            <a:endParaRPr lang="en-US" sz="2000" dirty="0"/>
          </a:p>
          <a:p>
            <a:r>
              <a:rPr lang="en-US" sz="2000" dirty="0"/>
              <a:t>Predict obesity levels using machine learning model.</a:t>
            </a:r>
          </a:p>
          <a:p>
            <a:endParaRPr lang="en-US" sz="2000" dirty="0"/>
          </a:p>
          <a:p>
            <a:r>
              <a:rPr lang="en-US" sz="2000" dirty="0"/>
              <a:t>Develop a </a:t>
            </a:r>
            <a:r>
              <a:rPr lang="en-US" sz="2000" dirty="0" err="1"/>
              <a:t>Streamlit</a:t>
            </a:r>
            <a:r>
              <a:rPr lang="en-US" sz="2000" dirty="0"/>
              <a:t>-based application for real-time predictions.</a:t>
            </a:r>
          </a:p>
          <a:p>
            <a:endParaRPr lang="en-US" sz="2000" u="sng" dirty="0"/>
          </a:p>
          <a:p>
            <a:r>
              <a:rPr lang="en-US" sz="2000" u="sng" dirty="0"/>
              <a:t>Beneficiaries</a:t>
            </a:r>
            <a:r>
              <a:rPr lang="en-US" sz="2000" dirty="0"/>
              <a:t>: anyone who believes obesity is a global threat to humanity.</a:t>
            </a:r>
          </a:p>
          <a:p>
            <a:endParaRPr lang="en-US" sz="2000" u="sng" dirty="0"/>
          </a:p>
          <a:p>
            <a:r>
              <a:rPr lang="en-US" sz="2000" u="sng" dirty="0"/>
              <a:t>Goal</a:t>
            </a:r>
            <a:r>
              <a:rPr lang="en-US" sz="2000" dirty="0"/>
              <a:t>: to provide actionable insights based on data and enable users to utilize the predictive application for practical purposes.</a:t>
            </a: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981ADD45-093B-AEB9-334F-B5CB5AD1A864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651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9921-AA8F-782D-355F-4BF9A1D0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30211-9543-0F47-3C2B-3506ED5D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F3FF9B-6BEE-8E45-FFE4-9FE6FAF1BEFF}"/>
              </a:ext>
            </a:extLst>
          </p:cNvPr>
          <p:cNvSpPr txBox="1">
            <a:spLocks/>
          </p:cNvSpPr>
          <p:nvPr/>
        </p:nvSpPr>
        <p:spPr>
          <a:xfrm>
            <a:off x="850106" y="1293019"/>
            <a:ext cx="7543800" cy="3275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tamaran"/>
              <a:buChar char="●"/>
              <a:defRPr sz="18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Obesity influenced by BMI, dietary habits, daily behavior, family history.</a:t>
            </a:r>
          </a:p>
          <a:p>
            <a:pPr>
              <a:lnSpc>
                <a:spcPct val="150000"/>
              </a:lnSpc>
            </a:pPr>
            <a:r>
              <a:rPr lang="en-US" dirty="0"/>
              <a:t>Current methods mostly rely on BMI only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may miss other risk factors.</a:t>
            </a:r>
          </a:p>
          <a:p>
            <a:pPr>
              <a:lnSpc>
                <a:spcPct val="150000"/>
              </a:lnSpc>
            </a:pPr>
            <a:r>
              <a:rPr lang="en-US" u="sng" dirty="0"/>
              <a:t>Objective</a:t>
            </a:r>
            <a:r>
              <a:rPr lang="en-US" dirty="0"/>
              <a:t>: build predictive models considering multiple factors.</a:t>
            </a:r>
          </a:p>
          <a:p>
            <a:pPr>
              <a:lnSpc>
                <a:spcPct val="150000"/>
              </a:lnSpc>
            </a:pPr>
            <a:r>
              <a:rPr lang="en-US" dirty="0"/>
              <a:t>Identify the best-performing machine learning model.</a:t>
            </a:r>
          </a:p>
          <a:p>
            <a:pPr>
              <a:lnSpc>
                <a:spcPct val="150000"/>
              </a:lnSpc>
            </a:pPr>
            <a:r>
              <a:rPr lang="en-US" u="sng" dirty="0"/>
              <a:t>Success metrics</a:t>
            </a:r>
            <a:r>
              <a:rPr lang="en-US" dirty="0"/>
              <a:t>: accuracy, precision, recall, F1-score.</a:t>
            </a:r>
          </a:p>
          <a:p>
            <a:pPr>
              <a:lnSpc>
                <a:spcPct val="150000"/>
              </a:lnSpc>
            </a:pPr>
            <a:r>
              <a:rPr lang="en-US" u="sng" dirty="0"/>
              <a:t>Deliverable</a:t>
            </a:r>
            <a:r>
              <a:rPr lang="en-US" dirty="0"/>
              <a:t>: application providing reliable predictions.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Streamlist</a:t>
            </a:r>
            <a:r>
              <a:rPr lang="en-US" dirty="0">
                <a:sym typeface="Wingdings" panose="05000000000000000000" pitchFamily="2" charset="2"/>
              </a:rPr>
              <a:t>-based</a:t>
            </a:r>
            <a:endParaRPr lang="en-US" dirty="0"/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6ED42EB8-7880-FAA8-2A2F-2908D7C9DBAA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129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28A2F8A7-0F0C-1542-25EF-89F30255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B66EBE1B-645C-4865-074C-296F56001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1100" y="2923418"/>
            <a:ext cx="3548544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Preparation</a:t>
            </a:r>
          </a:p>
        </p:txBody>
      </p:sp>
      <p:sp>
        <p:nvSpPr>
          <p:cNvPr id="299" name="Google Shape;299;p31">
            <a:extLst>
              <a:ext uri="{FF2B5EF4-FFF2-40B4-BE49-F238E27FC236}">
                <a16:creationId xmlns:a16="http://schemas.microsoft.com/office/drawing/2014/main" id="{15F11B1C-184C-65A9-E458-78DE3E3C85E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31100" y="2044893"/>
            <a:ext cx="2438400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03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  <p:sp>
        <p:nvSpPr>
          <p:cNvPr id="2" name="Google Shape;281;p30">
            <a:extLst>
              <a:ext uri="{FF2B5EF4-FFF2-40B4-BE49-F238E27FC236}">
                <a16:creationId xmlns:a16="http://schemas.microsoft.com/office/drawing/2014/main" id="{4AFE63DF-63E8-A6E5-EE04-52B93D292C49}"/>
              </a:ext>
            </a:extLst>
          </p:cNvPr>
          <p:cNvSpPr txBox="1">
            <a:spLocks/>
          </p:cNvSpPr>
          <p:nvPr/>
        </p:nvSpPr>
        <p:spPr>
          <a:xfrm>
            <a:off x="5345425" y="3743325"/>
            <a:ext cx="3648556" cy="88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Lilita One"/>
              <a:buNone/>
              <a:defRPr sz="4800" b="0" i="0" u="none" strike="noStrike" cap="none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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Data Understanding</a:t>
            </a:r>
            <a:br>
              <a:rPr lang="en-US" sz="18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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Exploratory Data Analysis</a:t>
            </a:r>
            <a:br>
              <a:rPr lang="en-US" sz="18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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91208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6FB9124A-040A-E260-9AD7-FAD7D1E9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B1D39BC8-17B3-3E23-E871-A60546D1F05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" y="2286000"/>
            <a:ext cx="9144000" cy="6215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420302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ADDA6638-6B89-5960-94F1-7A1E0698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">
            <a:extLst>
              <a:ext uri="{FF2B5EF4-FFF2-40B4-BE49-F238E27FC236}">
                <a16:creationId xmlns:a16="http://schemas.microsoft.com/office/drawing/2014/main" id="{DB649786-41F7-7F32-DE4C-7D731FDD7E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Structure</a:t>
            </a:r>
            <a:endParaRPr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47F2F08-D3A0-DAE6-820B-37729AA824A3}"/>
              </a:ext>
            </a:extLst>
          </p:cNvPr>
          <p:cNvSpPr>
            <a:spLocks noGrp="1"/>
          </p:cNvSpPr>
          <p:nvPr>
            <p:ph type="title" idx="5"/>
          </p:nvPr>
        </p:nvSpPr>
        <p:spPr/>
        <p:txBody>
          <a:bodyPr/>
          <a:lstStyle/>
          <a:p>
            <a:r>
              <a:rPr lang="en-US" dirty="0"/>
              <a:t>Source File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5F886D6B-8EA8-7D0D-5712-FBA7739DB8A3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680349" y="1990901"/>
            <a:ext cx="3463651" cy="756600"/>
          </a:xfrm>
        </p:spPr>
        <p:txBody>
          <a:bodyPr/>
          <a:lstStyle/>
          <a:p>
            <a:r>
              <a:rPr lang="en-US" sz="1200" dirty="0">
                <a:latin typeface="Catamaran" panose="020B0604020202020204" charset="0"/>
                <a:cs typeface="Catamaran" panose="020B0604020202020204" charset="0"/>
              </a:rPr>
              <a:t>ObesityDataSet_raw_and_data_sinthetic.csv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0A0E83ED-E805-FF1D-6297-928EFAB07F21}"/>
              </a:ext>
            </a:extLst>
          </p:cNvPr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r>
              <a:rPr lang="en-US" dirty="0"/>
              <a:t>Source Link</a:t>
            </a: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28C66765-DBFE-0D18-B4BA-281FD34B660F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5788909" y="3267001"/>
            <a:ext cx="3238214" cy="756600"/>
          </a:xfrm>
        </p:spPr>
        <p:txBody>
          <a:bodyPr/>
          <a:lstStyle/>
          <a:p>
            <a:pPr algn="l"/>
            <a:r>
              <a:rPr lang="fr-FR" sz="1100" dirty="0">
                <a:latin typeface="Catamaran" panose="020B0604020202020204" charset="0"/>
                <a:cs typeface="Catamaran" panose="020B0604020202020204" charset="0"/>
                <a:hlinkClick r:id="rId3"/>
              </a:rPr>
              <a:t>https://archive.ics.uci.edu/dataset/544/estimation+of+obesity+levels+based+on+eating+habits+and+physical+condition</a:t>
            </a:r>
            <a:endParaRPr lang="fr-FR" sz="1100" dirty="0">
              <a:latin typeface="Catamaran" panose="020B0604020202020204" charset="0"/>
              <a:cs typeface="Catamaran" panose="020B0604020202020204" charset="0"/>
            </a:endParaRPr>
          </a:p>
          <a:p>
            <a:pPr algn="l"/>
            <a:endParaRPr lang="fr-FR" sz="1100" dirty="0">
              <a:latin typeface="Catamaran" panose="020B0604020202020204" charset="0"/>
              <a:cs typeface="Catamaran" panose="020B060402020202020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5CBD75-6718-F421-8B41-E119CD68E02C}"/>
              </a:ext>
            </a:extLst>
          </p:cNvPr>
          <p:cNvGrpSpPr/>
          <p:nvPr/>
        </p:nvGrpSpPr>
        <p:grpSpPr>
          <a:xfrm>
            <a:off x="601604" y="1092200"/>
            <a:ext cx="4991100" cy="3695700"/>
            <a:chOff x="601604" y="1092200"/>
            <a:chExt cx="4991100" cy="36957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6DAE91-291C-7128-2EB6-820018EBCF69}"/>
                </a:ext>
              </a:extLst>
            </p:cNvPr>
            <p:cNvSpPr/>
            <p:nvPr/>
          </p:nvSpPr>
          <p:spPr>
            <a:xfrm>
              <a:off x="601604" y="1092200"/>
              <a:ext cx="4991100" cy="3695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E3DAE64-8FB4-613B-6F68-3C4FB1EF6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604" y="1092200"/>
              <a:ext cx="4991100" cy="3695700"/>
            </a:xfrm>
            <a:prstGeom prst="rect">
              <a:avLst/>
            </a:prstGeom>
          </p:spPr>
        </p:pic>
      </p:grpSp>
      <p:sp>
        <p:nvSpPr>
          <p:cNvPr id="12" name="Teardrop 11">
            <a:extLst>
              <a:ext uri="{FF2B5EF4-FFF2-40B4-BE49-F238E27FC236}">
                <a16:creationId xmlns:a16="http://schemas.microsoft.com/office/drawing/2014/main" id="{DE16D07B-B2CF-E1CE-72E8-BFDD9274F687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873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General Info</a:t>
            </a:r>
            <a:endParaRPr dirty="0"/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5959987B-4F2B-680F-664F-7EE6E5657A4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63099" y="1719029"/>
            <a:ext cx="2216700" cy="38010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Subtitle 4">
            <a:extLst>
              <a:ext uri="{FF2B5EF4-FFF2-40B4-BE49-F238E27FC236}">
                <a16:creationId xmlns:a16="http://schemas.microsoft.com/office/drawing/2014/main" id="{2BC875BA-01E6-E12D-B667-883DD195B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00" y="1990901"/>
            <a:ext cx="2216700" cy="756600"/>
          </a:xfrm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AFE006-C369-9737-5423-47B82EBE6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22" y="1133649"/>
            <a:ext cx="3891078" cy="3678714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5D021F-B56B-259B-A546-18B5B6E511AA}"/>
              </a:ext>
            </a:extLst>
          </p:cNvPr>
          <p:cNvSpPr/>
          <p:nvPr/>
        </p:nvSpPr>
        <p:spPr>
          <a:xfrm>
            <a:off x="7099795" y="1133649"/>
            <a:ext cx="1636295" cy="50502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Numerical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05ED62-E976-D43F-DF5D-E153C2310CE9}"/>
              </a:ext>
            </a:extLst>
          </p:cNvPr>
          <p:cNvSpPr/>
          <p:nvPr/>
        </p:nvSpPr>
        <p:spPr>
          <a:xfrm>
            <a:off x="5375457" y="1133648"/>
            <a:ext cx="1636295" cy="5050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Categorical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AE46CFD-30D2-C005-890D-A302562DC5BC}"/>
              </a:ext>
            </a:extLst>
          </p:cNvPr>
          <p:cNvSpPr/>
          <p:nvPr/>
        </p:nvSpPr>
        <p:spPr>
          <a:xfrm>
            <a:off x="5375457" y="1728127"/>
            <a:ext cx="1636295" cy="2088223"/>
          </a:xfrm>
          <a:prstGeom prst="roundRect">
            <a:avLst>
              <a:gd name="adj" fmla="val 6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Gender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FHWO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FAVC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CAEC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SMOKE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SCC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CALC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MTRANS</a:t>
            </a:r>
            <a:endParaRPr lang="af-ZA" noProof="0" dirty="0">
              <a:solidFill>
                <a:srgbClr val="FF0000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algn="ctr"/>
            <a:r>
              <a:rPr lang="af-ZA" noProof="0" dirty="0">
                <a:solidFill>
                  <a:srgbClr val="FF0000"/>
                </a:solidFill>
                <a:latin typeface="Catamaran" panose="020B0604020202020204" charset="0"/>
                <a:cs typeface="Catamaran" panose="020B0604020202020204" charset="0"/>
              </a:rPr>
              <a:t>NObeyesdad</a:t>
            </a:r>
            <a:endParaRPr lang="en-US" dirty="0">
              <a:solidFill>
                <a:srgbClr val="FF0000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9320A9-5DFC-389C-5607-90669EA1675C}"/>
              </a:ext>
            </a:extLst>
          </p:cNvPr>
          <p:cNvSpPr/>
          <p:nvPr/>
        </p:nvSpPr>
        <p:spPr>
          <a:xfrm>
            <a:off x="7099795" y="1728127"/>
            <a:ext cx="1684423" cy="2088223"/>
          </a:xfrm>
          <a:prstGeom prst="roundRect">
            <a:avLst>
              <a:gd name="adj" fmla="val 649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Age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Height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Weight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FCVC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NCP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CH2O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FAF</a:t>
            </a:r>
          </a:p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TUE</a:t>
            </a: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B52CAA46-48C6-DC74-7858-0A1CC7A7B5C0}"/>
              </a:ext>
            </a:extLst>
          </p:cNvPr>
          <p:cNvSpPr/>
          <p:nvPr/>
        </p:nvSpPr>
        <p:spPr>
          <a:xfrm flipH="1">
            <a:off x="721894" y="2176265"/>
            <a:ext cx="3946358" cy="2333853"/>
          </a:xfrm>
          <a:prstGeom prst="leftArrow">
            <a:avLst>
              <a:gd name="adj1" fmla="val 99032"/>
              <a:gd name="adj2" fmla="val 3226"/>
            </a:avLst>
          </a:prstGeom>
          <a:noFill/>
          <a:ln w="6350">
            <a:solidFill>
              <a:srgbClr val="DD46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2435F5-A0FA-8E28-3536-991116830D3B}"/>
              </a:ext>
            </a:extLst>
          </p:cNvPr>
          <p:cNvSpPr txBox="1"/>
          <p:nvPr/>
        </p:nvSpPr>
        <p:spPr>
          <a:xfrm>
            <a:off x="4636152" y="3204691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atamaran" panose="020B0604020202020204" charset="0"/>
                <a:cs typeface="Catamaran" panose="020B0604020202020204" charset="0"/>
              </a:rPr>
              <a:t>features</a:t>
            </a: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95B36BB2-A294-29B0-E179-AFD3E77AEE72}"/>
              </a:ext>
            </a:extLst>
          </p:cNvPr>
          <p:cNvSpPr/>
          <p:nvPr/>
        </p:nvSpPr>
        <p:spPr>
          <a:xfrm flipH="1">
            <a:off x="721892" y="4505020"/>
            <a:ext cx="3946359" cy="140384"/>
          </a:xfrm>
          <a:prstGeom prst="leftArrow">
            <a:avLst>
              <a:gd name="adj1" fmla="val 99032"/>
              <a:gd name="adj2" fmla="val 31367"/>
            </a:avLst>
          </a:prstGeom>
          <a:noFill/>
          <a:ln w="9525">
            <a:solidFill>
              <a:srgbClr val="DD46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5D221B-07B3-CEA3-9DC5-5E7EB5B52FC5}"/>
              </a:ext>
            </a:extLst>
          </p:cNvPr>
          <p:cNvSpPr txBox="1"/>
          <p:nvPr/>
        </p:nvSpPr>
        <p:spPr>
          <a:xfrm>
            <a:off x="4612970" y="4439262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atamaran" panose="020B0604020202020204" charset="0"/>
                <a:cs typeface="Catamaran" panose="020B0604020202020204" charset="0"/>
              </a:rPr>
              <a:t>target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D822D33-136B-8429-2E9C-CDC893B40D5B}"/>
              </a:ext>
            </a:extLst>
          </p:cNvPr>
          <p:cNvSpPr/>
          <p:nvPr/>
        </p:nvSpPr>
        <p:spPr>
          <a:xfrm>
            <a:off x="5381728" y="4108450"/>
            <a:ext cx="3436134" cy="53695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None of columns contains null values </a:t>
            </a:r>
            <a:r>
              <a:rPr lang="en-US" dirty="0"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 no imputation required</a:t>
            </a:r>
            <a:endParaRPr lang="en-US" dirty="0">
              <a:solidFill>
                <a:srgbClr val="FF0000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CEB9A1AE-6473-F758-0F13-FE66DB2ABBBD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D1E37704-2DFB-7224-AF06-C77FFB71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68966A7E-3FFB-C2E8-0E48-1F1837E0BA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Categorical Column Types</a:t>
            </a:r>
            <a:endParaRPr dirty="0"/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C1DE584F-C8B3-D269-A8BE-4747147864FE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B1F2C-B4FE-CA3B-F3BC-AB486CD2A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8" y="1323909"/>
            <a:ext cx="7189463" cy="3289242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FF7DD7-B6C0-A0B6-D06F-2C508B631692}"/>
              </a:ext>
            </a:extLst>
          </p:cNvPr>
          <p:cNvSpPr/>
          <p:nvPr/>
        </p:nvSpPr>
        <p:spPr>
          <a:xfrm>
            <a:off x="977268" y="2447567"/>
            <a:ext cx="7189463" cy="426262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59B3D-F3F1-0033-6E3F-E80E7164A93E}"/>
              </a:ext>
            </a:extLst>
          </p:cNvPr>
          <p:cNvSpPr/>
          <p:nvPr/>
        </p:nvSpPr>
        <p:spPr>
          <a:xfrm>
            <a:off x="977267" y="3393428"/>
            <a:ext cx="7189463" cy="426262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9A1CAA-BAE8-A1C0-C963-83373C35FC3B}"/>
              </a:ext>
            </a:extLst>
          </p:cNvPr>
          <p:cNvSpPr/>
          <p:nvPr/>
        </p:nvSpPr>
        <p:spPr>
          <a:xfrm>
            <a:off x="977266" y="4126157"/>
            <a:ext cx="7189463" cy="486993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799B7307-9B86-7991-92EC-2C53C40D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E95CAD27-7E4E-2180-7240-7714BCDED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General Statistic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4D3E05-7EB3-31C0-387C-AE46975DA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58" y="1506304"/>
            <a:ext cx="7934484" cy="2840138"/>
          </a:xfrm>
          <a:prstGeom prst="rect">
            <a:avLst/>
          </a:prstGeom>
        </p:spPr>
      </p:pic>
      <p:sp>
        <p:nvSpPr>
          <p:cNvPr id="4" name="Teardrop 3">
            <a:extLst>
              <a:ext uri="{FF2B5EF4-FFF2-40B4-BE49-F238E27FC236}">
                <a16:creationId xmlns:a16="http://schemas.microsoft.com/office/drawing/2014/main" id="{9D516EDC-351D-1EBB-2448-99205F4F78BD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233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8525551B-BD64-FBDF-93FA-A811F5AD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73DC98F0-14F5-C93A-4564-422D629A0E5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" y="2286000"/>
            <a:ext cx="9144000" cy="6215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371335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9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Quality</a:t>
            </a:r>
            <a:endParaRPr dirty="0"/>
          </a:p>
        </p:txBody>
      </p:sp>
      <p:graphicFrame>
        <p:nvGraphicFramePr>
          <p:cNvPr id="646" name="Google Shape;646;p39"/>
          <p:cNvGraphicFramePr/>
          <p:nvPr>
            <p:extLst>
              <p:ext uri="{D42A27DB-BD31-4B8C-83A1-F6EECF244321}">
                <p14:modId xmlns:p14="http://schemas.microsoft.com/office/powerpoint/2010/main" val="3547439960"/>
              </p:ext>
            </p:extLst>
          </p:nvPr>
        </p:nvGraphicFramePr>
        <p:xfrm>
          <a:off x="260384" y="1661762"/>
          <a:ext cx="5270788" cy="2749745"/>
        </p:xfrm>
        <a:graphic>
          <a:graphicData uri="http://schemas.openxmlformats.org/drawingml/2006/table">
            <a:tbl>
              <a:tblPr>
                <a:noFill/>
                <a:tableStyleId>{0DCA597A-10A9-4519-99B5-45AACA084074}</a:tableStyleId>
              </a:tblPr>
              <a:tblGrid>
                <a:gridCol w="141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2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Missing Values</a:t>
                      </a:r>
                      <a:endParaRPr sz="1600" dirty="0">
                        <a:solidFill>
                          <a:schemeClr val="accent2"/>
                        </a:solidFill>
                        <a:latin typeface="Lilita One"/>
                        <a:ea typeface="Lilita One"/>
                        <a:cs typeface="Lilita One"/>
                        <a:sym typeface="Lilita One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2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Duplicate</a:t>
                      </a:r>
                      <a:endParaRPr sz="1600" dirty="0">
                        <a:solidFill>
                          <a:schemeClr val="accent2"/>
                        </a:solidFill>
                        <a:latin typeface="Lilita One"/>
                        <a:ea typeface="Lilita One"/>
                        <a:cs typeface="Lilita One"/>
                        <a:sym typeface="Lilita One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2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Outliers</a:t>
                      </a:r>
                      <a:endParaRPr sz="1600" dirty="0">
                        <a:solidFill>
                          <a:schemeClr val="accent2"/>
                        </a:solidFill>
                        <a:latin typeface="Lilita One"/>
                        <a:ea typeface="Lilita One"/>
                        <a:cs typeface="Lilita One"/>
                        <a:sym typeface="Lilita One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None</a:t>
                      </a:r>
                      <a:endParaRPr sz="1600" dirty="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 dirty="0">
                          <a:solidFill>
                            <a:schemeClr val="accent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24</a:t>
                      </a:r>
                      <a:endParaRPr sz="4000" dirty="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accen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15B55E6-9772-48EF-B949-4ACC86482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102" y="2463230"/>
            <a:ext cx="5353121" cy="194827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9DFBBA-0F6E-5789-063A-43EC174E1C89}"/>
              </a:ext>
            </a:extLst>
          </p:cNvPr>
          <p:cNvSpPr/>
          <p:nvPr/>
        </p:nvSpPr>
        <p:spPr>
          <a:xfrm>
            <a:off x="3699102" y="4533498"/>
            <a:ext cx="5353121" cy="31737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No need to remove outliers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572F60-D9A3-BC1F-12BA-FBC43C367462}"/>
              </a:ext>
            </a:extLst>
          </p:cNvPr>
          <p:cNvSpPr/>
          <p:nvPr/>
        </p:nvSpPr>
        <p:spPr>
          <a:xfrm>
            <a:off x="260385" y="4533498"/>
            <a:ext cx="1324782" cy="31737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No imputation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C9B4C6-9D14-F965-4407-D7F4DF44E2FF}"/>
              </a:ext>
            </a:extLst>
          </p:cNvPr>
          <p:cNvSpPr/>
          <p:nvPr/>
        </p:nvSpPr>
        <p:spPr>
          <a:xfrm>
            <a:off x="1752600" y="4533498"/>
            <a:ext cx="1790700" cy="31737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Drop duplicate rows</a:t>
            </a:r>
          </a:p>
        </p:txBody>
      </p:sp>
      <p:sp>
        <p:nvSpPr>
          <p:cNvPr id="9" name="Teardrop 8">
            <a:extLst>
              <a:ext uri="{FF2B5EF4-FFF2-40B4-BE49-F238E27FC236}">
                <a16:creationId xmlns:a16="http://schemas.microsoft.com/office/drawing/2014/main" id="{ECFF673D-7589-2F3F-1B6E-1230DAC372BB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21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C9E458-5980-9902-608E-1A1C96647A7F}"/>
              </a:ext>
            </a:extLst>
          </p:cNvPr>
          <p:cNvSpPr/>
          <p:nvPr/>
        </p:nvSpPr>
        <p:spPr>
          <a:xfrm>
            <a:off x="4394791" y="2463230"/>
            <a:ext cx="694660" cy="1948277"/>
          </a:xfrm>
          <a:prstGeom prst="roundRect">
            <a:avLst>
              <a:gd name="adj" fmla="val 844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Checking data balance relative to target…</a:t>
            </a:r>
            <a:endParaRPr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E1281D8-7281-1E70-FF16-2F302A085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323" y="1395666"/>
            <a:ext cx="2896420" cy="3295574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68BBE39-5C3A-FF06-B493-CF1C7D49ABC3}"/>
              </a:ext>
            </a:extLst>
          </p:cNvPr>
          <p:cNvSpPr/>
          <p:nvPr/>
        </p:nvSpPr>
        <p:spPr>
          <a:xfrm>
            <a:off x="4572000" y="3907469"/>
            <a:ext cx="3619180" cy="78377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The data is relatively balanced across target levels → no data resampling required</a:t>
            </a:r>
          </a:p>
        </p:txBody>
      </p:sp>
      <p:sp>
        <p:nvSpPr>
          <p:cNvPr id="45" name="Teardrop 44">
            <a:extLst>
              <a:ext uri="{FF2B5EF4-FFF2-40B4-BE49-F238E27FC236}">
                <a16:creationId xmlns:a16="http://schemas.microsoft.com/office/drawing/2014/main" id="{D2396463-5FFD-7BDD-2D9A-DD58690B68D7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2EC06F6D-5109-0618-6094-3111FD8F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">
            <a:extLst>
              <a:ext uri="{FF2B5EF4-FFF2-40B4-BE49-F238E27FC236}">
                <a16:creationId xmlns:a16="http://schemas.microsoft.com/office/drawing/2014/main" id="{7E79E4FC-B71E-E034-A464-1E548653A2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Distribution and Outliers Diagram</a:t>
            </a:r>
            <a:endParaRPr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9FCE18E-970B-B5B3-E128-53F8EBB79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0" b="49863"/>
          <a:stretch>
            <a:fillRect/>
          </a:stretch>
        </p:blipFill>
        <p:spPr>
          <a:xfrm>
            <a:off x="958641" y="1030804"/>
            <a:ext cx="7226716" cy="194968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94A6DB0-BACB-49CC-489B-DF098FEBF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41" y="3049720"/>
            <a:ext cx="7246860" cy="1949689"/>
          </a:xfrm>
          <a:prstGeom prst="rect">
            <a:avLst/>
          </a:prstGeom>
        </p:spPr>
      </p:pic>
      <p:sp>
        <p:nvSpPr>
          <p:cNvPr id="2" name="Teardrop 1">
            <a:extLst>
              <a:ext uri="{FF2B5EF4-FFF2-40B4-BE49-F238E27FC236}">
                <a16:creationId xmlns:a16="http://schemas.microsoft.com/office/drawing/2014/main" id="{06D78608-DBC3-815C-9F18-66EF82B6AA98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8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6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Factors Influencing Obesity Levels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F3BA90-6516-9988-00F5-CA8AFFBE4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76" y="1107105"/>
            <a:ext cx="7044647" cy="19208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C6A23CF-DD02-0CB3-5287-64B1E41589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95"/>
          <a:stretch>
            <a:fillRect/>
          </a:stretch>
        </p:blipFill>
        <p:spPr>
          <a:xfrm>
            <a:off x="1049677" y="3071580"/>
            <a:ext cx="7044646" cy="1946375"/>
          </a:xfrm>
          <a:prstGeom prst="rect">
            <a:avLst/>
          </a:prstGeom>
        </p:spPr>
      </p:pic>
      <p:sp>
        <p:nvSpPr>
          <p:cNvPr id="24" name="Teardrop 23">
            <a:extLst>
              <a:ext uri="{FF2B5EF4-FFF2-40B4-BE49-F238E27FC236}">
                <a16:creationId xmlns:a16="http://schemas.microsoft.com/office/drawing/2014/main" id="{6D25B3AA-1A32-2927-A50A-AC22439B7F72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6F5EF7CE-1FCC-FC3C-57D4-02472117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6">
            <a:extLst>
              <a:ext uri="{FF2B5EF4-FFF2-40B4-BE49-F238E27FC236}">
                <a16:creationId xmlns:a16="http://schemas.microsoft.com/office/drawing/2014/main" id="{85503267-27A1-E52F-B32D-4DD80B96FF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Corr Heatmap and VIF Score: Numerical Features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2CC087-69EB-D36F-5201-D3F69945E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5" y="1350610"/>
            <a:ext cx="3918293" cy="3417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394F96-20BE-48B7-11E4-6054BF2E5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04" y="1350610"/>
            <a:ext cx="2038181" cy="206635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2AC598-A835-01E7-8E49-B872575E58DE}"/>
              </a:ext>
            </a:extLst>
          </p:cNvPr>
          <p:cNvSpPr/>
          <p:nvPr/>
        </p:nvSpPr>
        <p:spPr>
          <a:xfrm>
            <a:off x="5264903" y="4195673"/>
            <a:ext cx="3631589" cy="5727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There is no indication that any of the features contain multicollinearity.</a:t>
            </a:r>
          </a:p>
        </p:txBody>
      </p:sp>
      <p:sp>
        <p:nvSpPr>
          <p:cNvPr id="9" name="Teardrop 8">
            <a:extLst>
              <a:ext uri="{FF2B5EF4-FFF2-40B4-BE49-F238E27FC236}">
                <a16:creationId xmlns:a16="http://schemas.microsoft.com/office/drawing/2014/main" id="{7FAAD4CD-F811-7ADA-9F29-013F3B45C377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27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51D608EA-6961-C8BA-C31A-729F399A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6">
            <a:extLst>
              <a:ext uri="{FF2B5EF4-FFF2-40B4-BE49-F238E27FC236}">
                <a16:creationId xmlns:a16="http://schemas.microsoft.com/office/drawing/2014/main" id="{EDAF6516-93C5-C287-72D6-AE6B9923A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Cramér’s V Heatmap: Categorical Features</a:t>
            </a:r>
            <a:endParaRPr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94B911-7B57-30FF-8D4A-7B1A12557173}"/>
              </a:ext>
            </a:extLst>
          </p:cNvPr>
          <p:cNvSpPr/>
          <p:nvPr/>
        </p:nvSpPr>
        <p:spPr>
          <a:xfrm>
            <a:off x="5257219" y="4383207"/>
            <a:ext cx="3631589" cy="5727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There is no indication that any of the features contain multicollinearity.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1B69D-5DEA-42A3-8753-8FB488CA2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00" y="1129725"/>
            <a:ext cx="4281366" cy="3826182"/>
          </a:xfrm>
          <a:prstGeom prst="rect">
            <a:avLst/>
          </a:prstGeom>
        </p:spPr>
      </p:pic>
      <p:sp>
        <p:nvSpPr>
          <p:cNvPr id="5" name="Teardrop 4">
            <a:extLst>
              <a:ext uri="{FF2B5EF4-FFF2-40B4-BE49-F238E27FC236}">
                <a16:creationId xmlns:a16="http://schemas.microsoft.com/office/drawing/2014/main" id="{CBB4AE65-18D1-98CB-EA4D-A0C8421AF453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261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3072C6F8-8ED9-D84B-F08A-02EFA3D82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9A31A695-D463-3F7B-9353-FC41E88E2C1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" y="2286000"/>
            <a:ext cx="9144000" cy="6215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952658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0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Pipeline</a:t>
            </a:r>
            <a:endParaRPr dirty="0"/>
          </a:p>
        </p:txBody>
      </p:sp>
      <p:sp>
        <p:nvSpPr>
          <p:cNvPr id="711" name="Google Shape;711;p40"/>
          <p:cNvSpPr txBox="1">
            <a:spLocks noGrp="1"/>
          </p:cNvSpPr>
          <p:nvPr>
            <p:ph type="title" idx="4294967295"/>
          </p:nvPr>
        </p:nvSpPr>
        <p:spPr>
          <a:xfrm>
            <a:off x="1062609" y="1655824"/>
            <a:ext cx="1827900" cy="405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Duplicate</a:t>
            </a:r>
            <a:endParaRPr sz="1800" dirty="0"/>
          </a:p>
        </p:txBody>
      </p:sp>
      <p:sp>
        <p:nvSpPr>
          <p:cNvPr id="712" name="Google Shape;712;p40"/>
          <p:cNvSpPr txBox="1">
            <a:spLocks noGrp="1"/>
          </p:cNvSpPr>
          <p:nvPr>
            <p:ph type="subTitle" idx="4294967295"/>
          </p:nvPr>
        </p:nvSpPr>
        <p:spPr>
          <a:xfrm>
            <a:off x="1062600" y="2067047"/>
            <a:ext cx="18279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>
                <a:latin typeface="Catamaran" panose="020B0604020202020204" charset="0"/>
                <a:cs typeface="Catamaran" panose="020B0604020202020204" charset="0"/>
              </a:rPr>
              <a:t>Drop 24 rows duplicate data</a:t>
            </a:r>
            <a:endParaRPr sz="14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713" name="Google Shape;713;p40"/>
          <p:cNvSpPr txBox="1">
            <a:spLocks noGrp="1"/>
          </p:cNvSpPr>
          <p:nvPr>
            <p:ph type="title" idx="4294967295"/>
          </p:nvPr>
        </p:nvSpPr>
        <p:spPr>
          <a:xfrm>
            <a:off x="3658050" y="1680872"/>
            <a:ext cx="18279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Selection</a:t>
            </a:r>
            <a:endParaRPr sz="1800" dirty="0"/>
          </a:p>
        </p:txBody>
      </p:sp>
      <p:sp>
        <p:nvSpPr>
          <p:cNvPr id="714" name="Google Shape;714;p40"/>
          <p:cNvSpPr txBox="1">
            <a:spLocks noGrp="1"/>
          </p:cNvSpPr>
          <p:nvPr>
            <p:ph type="subTitle" idx="4294967295"/>
          </p:nvPr>
        </p:nvSpPr>
        <p:spPr>
          <a:xfrm>
            <a:off x="3464325" y="2067047"/>
            <a:ext cx="2215345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latin typeface="Catamaran" panose="020B0604020202020204" charset="0"/>
                <a:cs typeface="Catamaran" panose="020B0604020202020204" charset="0"/>
              </a:rPr>
              <a:t>None - </a:t>
            </a:r>
            <a:r>
              <a:rPr lang="en-US" sz="1400" dirty="0">
                <a:latin typeface="Catamaran" panose="020B0604020202020204" charset="0"/>
                <a:cs typeface="Catamaran" panose="020B0604020202020204" charset="0"/>
              </a:rPr>
              <a:t>No multicollinearity was detected</a:t>
            </a:r>
            <a:endParaRPr lang="en" sz="14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715" name="Google Shape;715;p40"/>
          <p:cNvSpPr txBox="1">
            <a:spLocks noGrp="1"/>
          </p:cNvSpPr>
          <p:nvPr>
            <p:ph type="title" idx="4294967295"/>
          </p:nvPr>
        </p:nvSpPr>
        <p:spPr>
          <a:xfrm>
            <a:off x="6253490" y="1680872"/>
            <a:ext cx="18279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Scaling</a:t>
            </a:r>
            <a:endParaRPr sz="1800" dirty="0"/>
          </a:p>
        </p:txBody>
      </p:sp>
      <p:sp>
        <p:nvSpPr>
          <p:cNvPr id="716" name="Google Shape;716;p40"/>
          <p:cNvSpPr txBox="1">
            <a:spLocks noGrp="1"/>
          </p:cNvSpPr>
          <p:nvPr>
            <p:ph type="subTitle" idx="4294967295"/>
          </p:nvPr>
        </p:nvSpPr>
        <p:spPr>
          <a:xfrm>
            <a:off x="6253495" y="2067047"/>
            <a:ext cx="18279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Using Standard Scaller</a:t>
            </a:r>
            <a:endParaRPr sz="1400" dirty="0"/>
          </a:p>
        </p:txBody>
      </p:sp>
      <p:sp>
        <p:nvSpPr>
          <p:cNvPr id="717" name="Google Shape;717;p40"/>
          <p:cNvSpPr txBox="1">
            <a:spLocks noGrp="1"/>
          </p:cNvSpPr>
          <p:nvPr>
            <p:ph type="title" idx="4294967295"/>
          </p:nvPr>
        </p:nvSpPr>
        <p:spPr>
          <a:xfrm>
            <a:off x="2360329" y="3557102"/>
            <a:ext cx="18279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Splitting</a:t>
            </a:r>
            <a:endParaRPr sz="1800" dirty="0"/>
          </a:p>
        </p:txBody>
      </p:sp>
      <p:sp>
        <p:nvSpPr>
          <p:cNvPr id="718" name="Google Shape;718;p40"/>
          <p:cNvSpPr txBox="1">
            <a:spLocks noGrp="1"/>
          </p:cNvSpPr>
          <p:nvPr>
            <p:ph type="subTitle" idx="4294967295"/>
          </p:nvPr>
        </p:nvSpPr>
        <p:spPr>
          <a:xfrm>
            <a:off x="2360325" y="3943275"/>
            <a:ext cx="18279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Catamaran" panose="020B0604020202020204" charset="0"/>
                <a:cs typeface="Catamaran" panose="020B0604020202020204" charset="0"/>
              </a:rPr>
              <a:t>Train : Test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Catamaran" panose="020B0604020202020204" charset="0"/>
                <a:cs typeface="Catamaran" panose="020B0604020202020204" charset="0"/>
              </a:rPr>
              <a:t>80 : 20</a:t>
            </a:r>
            <a:endParaRPr sz="1400" dirty="0">
              <a:latin typeface="Catamaran" panose="020B0604020202020204" charset="0"/>
              <a:cs typeface="Catamaran" panose="020B0604020202020204" charset="0"/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719" name="Google Shape;719;p40"/>
          <p:cNvSpPr txBox="1">
            <a:spLocks noGrp="1"/>
          </p:cNvSpPr>
          <p:nvPr>
            <p:ph type="title" idx="4294967295"/>
          </p:nvPr>
        </p:nvSpPr>
        <p:spPr>
          <a:xfrm>
            <a:off x="4955770" y="3557102"/>
            <a:ext cx="18279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Encoding</a:t>
            </a:r>
            <a:endParaRPr sz="1800" dirty="0"/>
          </a:p>
        </p:txBody>
      </p:sp>
      <p:sp>
        <p:nvSpPr>
          <p:cNvPr id="720" name="Google Shape;720;p40"/>
          <p:cNvSpPr txBox="1">
            <a:spLocks noGrp="1"/>
          </p:cNvSpPr>
          <p:nvPr>
            <p:ph type="subTitle" idx="4294967295"/>
          </p:nvPr>
        </p:nvSpPr>
        <p:spPr>
          <a:xfrm>
            <a:off x="4955771" y="3943275"/>
            <a:ext cx="18279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8 : Label encode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1 : One-Hot encode</a:t>
            </a:r>
            <a:endParaRPr sz="1400"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cxnSp>
        <p:nvCxnSpPr>
          <p:cNvPr id="721" name="Google Shape;721;p40"/>
          <p:cNvCxnSpPr/>
          <p:nvPr/>
        </p:nvCxnSpPr>
        <p:spPr>
          <a:xfrm>
            <a:off x="1019250" y="3152775"/>
            <a:ext cx="7105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2" name="Google Shape;722;p40"/>
          <p:cNvSpPr/>
          <p:nvPr/>
        </p:nvSpPr>
        <p:spPr>
          <a:xfrm>
            <a:off x="1786500" y="2952825"/>
            <a:ext cx="380100" cy="380100"/>
          </a:xfrm>
          <a:prstGeom prst="ellipse">
            <a:avLst/>
          </a:prstGeom>
          <a:solidFill>
            <a:srgbClr val="F9DC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  <a:endParaRPr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23" name="Google Shape;723;p40"/>
          <p:cNvSpPr/>
          <p:nvPr/>
        </p:nvSpPr>
        <p:spPr>
          <a:xfrm>
            <a:off x="6977400" y="2952825"/>
            <a:ext cx="380100" cy="380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rPr>
              <a:t>5</a:t>
            </a:r>
            <a:endParaRPr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24" name="Google Shape;724;p40"/>
          <p:cNvSpPr/>
          <p:nvPr/>
        </p:nvSpPr>
        <p:spPr>
          <a:xfrm>
            <a:off x="4381950" y="2952825"/>
            <a:ext cx="380100" cy="380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rPr>
              <a:t>3</a:t>
            </a:r>
            <a:endParaRPr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25" name="Google Shape;725;p40"/>
          <p:cNvSpPr/>
          <p:nvPr/>
        </p:nvSpPr>
        <p:spPr>
          <a:xfrm>
            <a:off x="3084225" y="2952825"/>
            <a:ext cx="380100" cy="380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  <a:endParaRPr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26" name="Google Shape;726;p40"/>
          <p:cNvSpPr/>
          <p:nvPr/>
        </p:nvSpPr>
        <p:spPr>
          <a:xfrm>
            <a:off x="5679675" y="2952825"/>
            <a:ext cx="380100" cy="380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rPr>
              <a:t>4</a:t>
            </a:r>
            <a:endParaRPr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cxnSp>
        <p:nvCxnSpPr>
          <p:cNvPr id="727" name="Google Shape;727;p40"/>
          <p:cNvCxnSpPr>
            <a:stCxn id="722" idx="0"/>
            <a:endCxn id="712" idx="2"/>
          </p:cNvCxnSpPr>
          <p:nvPr/>
        </p:nvCxnSpPr>
        <p:spPr>
          <a:xfrm rot="10800000">
            <a:off x="1976550" y="2689725"/>
            <a:ext cx="0" cy="26310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40"/>
          <p:cNvCxnSpPr>
            <a:stCxn id="725" idx="4"/>
            <a:endCxn id="717" idx="0"/>
          </p:cNvCxnSpPr>
          <p:nvPr/>
        </p:nvCxnSpPr>
        <p:spPr>
          <a:xfrm>
            <a:off x="3274275" y="3332925"/>
            <a:ext cx="0" cy="22410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9" name="Google Shape;729;p40"/>
          <p:cNvCxnSpPr>
            <a:cxnSpLocks/>
            <a:stCxn id="714" idx="2"/>
            <a:endCxn id="724" idx="0"/>
          </p:cNvCxnSpPr>
          <p:nvPr/>
        </p:nvCxnSpPr>
        <p:spPr>
          <a:xfrm>
            <a:off x="4571998" y="2689847"/>
            <a:ext cx="2" cy="262978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730;p40"/>
          <p:cNvCxnSpPr>
            <a:stCxn id="726" idx="4"/>
            <a:endCxn id="719" idx="0"/>
          </p:cNvCxnSpPr>
          <p:nvPr/>
        </p:nvCxnSpPr>
        <p:spPr>
          <a:xfrm>
            <a:off x="5869725" y="3332925"/>
            <a:ext cx="0" cy="22410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1" name="Google Shape;731;p40"/>
          <p:cNvCxnSpPr>
            <a:stCxn id="716" idx="2"/>
            <a:endCxn id="723" idx="0"/>
          </p:cNvCxnSpPr>
          <p:nvPr/>
        </p:nvCxnSpPr>
        <p:spPr>
          <a:xfrm>
            <a:off x="7167445" y="2689847"/>
            <a:ext cx="0" cy="26310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ardrop 4">
            <a:extLst>
              <a:ext uri="{FF2B5EF4-FFF2-40B4-BE49-F238E27FC236}">
                <a16:creationId xmlns:a16="http://schemas.microsoft.com/office/drawing/2014/main" id="{162C1C37-41E8-CDC9-F79D-90B56710560C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CB4C266B-0E48-CA39-D346-ECA33859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6">
            <a:extLst>
              <a:ext uri="{FF2B5EF4-FFF2-40B4-BE49-F238E27FC236}">
                <a16:creationId xmlns:a16="http://schemas.microsoft.com/office/drawing/2014/main" id="{F0131E56-223F-F612-7CA3-72AD7E743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Corr Heatmap and VIF Score: After Scaling</a:t>
            </a:r>
            <a:endParaRPr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991FDF-5896-9A21-AD10-150B088CD305}"/>
              </a:ext>
            </a:extLst>
          </p:cNvPr>
          <p:cNvSpPr/>
          <p:nvPr/>
        </p:nvSpPr>
        <p:spPr>
          <a:xfrm>
            <a:off x="5264903" y="4195673"/>
            <a:ext cx="3631589" cy="5727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There is no indication that any of the features contain multicollinearity.</a:t>
            </a:r>
          </a:p>
        </p:txBody>
      </p:sp>
      <p:sp>
        <p:nvSpPr>
          <p:cNvPr id="11" name="Teardrop 10">
            <a:extLst>
              <a:ext uri="{FF2B5EF4-FFF2-40B4-BE49-F238E27FC236}">
                <a16:creationId xmlns:a16="http://schemas.microsoft.com/office/drawing/2014/main" id="{D70A6014-E199-D37D-DC26-D37EDDC76683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29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3BBE07-0F24-29FB-DC92-1397BCDD9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23" y="1157950"/>
            <a:ext cx="4192361" cy="373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CAA25E-B0E7-6E2B-6EB8-505C2C2E1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03" y="1144629"/>
            <a:ext cx="2883048" cy="270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31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Data Preparation Summary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CEB9A1AE-6473-F758-0F13-FE66DB2ABBBD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30</a:t>
            </a:fld>
            <a:endParaRPr lang="en-US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FE1E5427-587E-2061-D597-7A60440C1CCB}"/>
              </a:ext>
            </a:extLst>
          </p:cNvPr>
          <p:cNvSpPr txBox="1">
            <a:spLocks/>
          </p:cNvSpPr>
          <p:nvPr/>
        </p:nvSpPr>
        <p:spPr>
          <a:xfrm>
            <a:off x="602084" y="1313226"/>
            <a:ext cx="1395089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Size</a:t>
            </a:r>
          </a:p>
        </p:txBody>
      </p:sp>
      <p:sp>
        <p:nvSpPr>
          <p:cNvPr id="3" name="Subtitle 12">
            <a:extLst>
              <a:ext uri="{FF2B5EF4-FFF2-40B4-BE49-F238E27FC236}">
                <a16:creationId xmlns:a16="http://schemas.microsoft.com/office/drawing/2014/main" id="{A026A279-DA74-D80C-5BBB-ACEB0854978A}"/>
              </a:ext>
            </a:extLst>
          </p:cNvPr>
          <p:cNvSpPr txBox="1">
            <a:spLocks/>
          </p:cNvSpPr>
          <p:nvPr/>
        </p:nvSpPr>
        <p:spPr>
          <a:xfrm>
            <a:off x="474891" y="1584174"/>
            <a:ext cx="4450891" cy="8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Rows: 2111 (24 duplicates) </a:t>
            </a:r>
            <a:r>
              <a:rPr lang="en-US" dirty="0"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 Final: 2087</a:t>
            </a:r>
          </a:p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Columns: 17 (16 features, 1 target)</a:t>
            </a:r>
          </a:p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After encoding: 20 columns (19 features, 1 target)</a:t>
            </a: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39F03D3D-5F76-26CD-27FC-1EB78902FD31}"/>
              </a:ext>
            </a:extLst>
          </p:cNvPr>
          <p:cNvSpPr txBox="1">
            <a:spLocks/>
          </p:cNvSpPr>
          <p:nvPr/>
        </p:nvSpPr>
        <p:spPr>
          <a:xfrm>
            <a:off x="553062" y="2576668"/>
            <a:ext cx="22167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Missing Values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927DACC3-ADA4-D914-84D4-EF3700A320A7}"/>
              </a:ext>
            </a:extLst>
          </p:cNvPr>
          <p:cNvSpPr txBox="1">
            <a:spLocks/>
          </p:cNvSpPr>
          <p:nvPr/>
        </p:nvSpPr>
        <p:spPr>
          <a:xfrm>
            <a:off x="553062" y="3325257"/>
            <a:ext cx="22167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Data Duplicates</a:t>
            </a:r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161BB110-023C-EAE5-E3DA-E16ABBAC88A7}"/>
              </a:ext>
            </a:extLst>
          </p:cNvPr>
          <p:cNvSpPr txBox="1">
            <a:spLocks/>
          </p:cNvSpPr>
          <p:nvPr/>
        </p:nvSpPr>
        <p:spPr>
          <a:xfrm>
            <a:off x="553062" y="4005084"/>
            <a:ext cx="22167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Multicollinearity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3DF4D61D-6885-A5FB-CAF7-6B870AA67147}"/>
              </a:ext>
            </a:extLst>
          </p:cNvPr>
          <p:cNvSpPr txBox="1">
            <a:spLocks/>
          </p:cNvSpPr>
          <p:nvPr/>
        </p:nvSpPr>
        <p:spPr>
          <a:xfrm>
            <a:off x="4925783" y="1270293"/>
            <a:ext cx="22167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Class Balance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22D333D1-73DA-BC6E-E1D3-0993175E7A60}"/>
              </a:ext>
            </a:extLst>
          </p:cNvPr>
          <p:cNvSpPr txBox="1">
            <a:spLocks/>
          </p:cNvSpPr>
          <p:nvPr/>
        </p:nvSpPr>
        <p:spPr>
          <a:xfrm>
            <a:off x="4984601" y="3035110"/>
            <a:ext cx="22167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Encoding</a:t>
            </a:r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ACCF8D62-EE17-F719-61C1-E66C04989F38}"/>
              </a:ext>
            </a:extLst>
          </p:cNvPr>
          <p:cNvSpPr txBox="1">
            <a:spLocks/>
          </p:cNvSpPr>
          <p:nvPr/>
        </p:nvSpPr>
        <p:spPr>
          <a:xfrm>
            <a:off x="4984601" y="3968228"/>
            <a:ext cx="22167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Scaling</a:t>
            </a:r>
          </a:p>
        </p:txBody>
      </p:sp>
      <p:sp>
        <p:nvSpPr>
          <p:cNvPr id="10" name="Subtitle 12">
            <a:extLst>
              <a:ext uri="{FF2B5EF4-FFF2-40B4-BE49-F238E27FC236}">
                <a16:creationId xmlns:a16="http://schemas.microsoft.com/office/drawing/2014/main" id="{761F50BD-120C-2760-B875-5A192E1FD2BA}"/>
              </a:ext>
            </a:extLst>
          </p:cNvPr>
          <p:cNvSpPr txBox="1">
            <a:spLocks/>
          </p:cNvSpPr>
          <p:nvPr/>
        </p:nvSpPr>
        <p:spPr>
          <a:xfrm>
            <a:off x="447392" y="3588894"/>
            <a:ext cx="1769215" cy="30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24 rows</a:t>
            </a:r>
          </a:p>
        </p:txBody>
      </p:sp>
      <p:sp>
        <p:nvSpPr>
          <p:cNvPr id="11" name="Subtitle 12">
            <a:extLst>
              <a:ext uri="{FF2B5EF4-FFF2-40B4-BE49-F238E27FC236}">
                <a16:creationId xmlns:a16="http://schemas.microsoft.com/office/drawing/2014/main" id="{8D2F93EB-D9DB-0668-96D2-1CFE3A810C85}"/>
              </a:ext>
            </a:extLst>
          </p:cNvPr>
          <p:cNvSpPr txBox="1">
            <a:spLocks/>
          </p:cNvSpPr>
          <p:nvPr/>
        </p:nvSpPr>
        <p:spPr>
          <a:xfrm>
            <a:off x="447392" y="2832396"/>
            <a:ext cx="1531218" cy="30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None</a:t>
            </a:r>
          </a:p>
        </p:txBody>
      </p:sp>
      <p:sp>
        <p:nvSpPr>
          <p:cNvPr id="12" name="Subtitle 12">
            <a:extLst>
              <a:ext uri="{FF2B5EF4-FFF2-40B4-BE49-F238E27FC236}">
                <a16:creationId xmlns:a16="http://schemas.microsoft.com/office/drawing/2014/main" id="{0FDF44B8-2FAA-9012-4748-06E2FFD89E2E}"/>
              </a:ext>
            </a:extLst>
          </p:cNvPr>
          <p:cNvSpPr txBox="1">
            <a:spLocks/>
          </p:cNvSpPr>
          <p:nvPr/>
        </p:nvSpPr>
        <p:spPr>
          <a:xfrm>
            <a:off x="447392" y="4251726"/>
            <a:ext cx="3984222" cy="48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None </a:t>
            </a:r>
          </a:p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 Corr Heatmap, </a:t>
            </a:r>
            <a:r>
              <a:rPr lang="en-US" dirty="0"/>
              <a:t>Cramér’s V Heatmap, VIF Score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7F70DD2B-F334-AE71-A930-E59D40350A8A}"/>
              </a:ext>
            </a:extLst>
          </p:cNvPr>
          <p:cNvSpPr txBox="1">
            <a:spLocks/>
          </p:cNvSpPr>
          <p:nvPr/>
        </p:nvSpPr>
        <p:spPr>
          <a:xfrm>
            <a:off x="4822976" y="1589853"/>
            <a:ext cx="379677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/>
            <a:r>
              <a:rPr lang="en-US" sz="1200" dirty="0"/>
              <a:t>Data is relatively balanced against the target variable</a:t>
            </a:r>
          </a:p>
          <a:p>
            <a:pPr algn="l"/>
            <a:r>
              <a:rPr lang="en-US" sz="1200" dirty="0"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 No resampling required</a:t>
            </a:r>
            <a:endParaRPr lang="en-US" sz="12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4" name="Subtitle 12">
            <a:extLst>
              <a:ext uri="{FF2B5EF4-FFF2-40B4-BE49-F238E27FC236}">
                <a16:creationId xmlns:a16="http://schemas.microsoft.com/office/drawing/2014/main" id="{86081543-2CDF-9E5A-6144-B68F9B26EF33}"/>
              </a:ext>
            </a:extLst>
          </p:cNvPr>
          <p:cNvSpPr txBox="1">
            <a:spLocks/>
          </p:cNvSpPr>
          <p:nvPr/>
        </p:nvSpPr>
        <p:spPr>
          <a:xfrm>
            <a:off x="4869403" y="4293328"/>
            <a:ext cx="3796773" cy="91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/>
            <a:r>
              <a:rPr lang="en-US" sz="1200" dirty="0">
                <a:latin typeface="Catamaran" panose="020B0604020202020204" charset="0"/>
                <a:cs typeface="Catamaran" panose="020B0604020202020204" charset="0"/>
              </a:rPr>
              <a:t>Using Standard Scaler, </a:t>
            </a:r>
          </a:p>
          <a:p>
            <a:pPr algn="l"/>
            <a:r>
              <a:rPr lang="en-US" sz="1200" dirty="0"/>
              <a:t>applied for models using distance-based calculations, </a:t>
            </a:r>
          </a:p>
          <a:p>
            <a:pPr algn="l"/>
            <a:r>
              <a:rPr lang="en-US" sz="1200" dirty="0"/>
              <a:t>while tree-based models did not require scaling</a:t>
            </a:r>
            <a:endParaRPr lang="en" sz="1200" dirty="0"/>
          </a:p>
          <a:p>
            <a:pPr algn="l"/>
            <a:r>
              <a:rPr lang="en-US" sz="1200" dirty="0">
                <a:latin typeface="Catamaran" panose="020B0604020202020204" charset="0"/>
                <a:cs typeface="Catamaran" panose="020B0604020202020204" charset="0"/>
              </a:rPr>
              <a:t> </a:t>
            </a:r>
          </a:p>
        </p:txBody>
      </p:sp>
      <p:sp>
        <p:nvSpPr>
          <p:cNvPr id="15" name="Subtitle 12">
            <a:extLst>
              <a:ext uri="{FF2B5EF4-FFF2-40B4-BE49-F238E27FC236}">
                <a16:creationId xmlns:a16="http://schemas.microsoft.com/office/drawing/2014/main" id="{0C1E99EA-A7B9-6909-70B0-7B273CB25E48}"/>
              </a:ext>
            </a:extLst>
          </p:cNvPr>
          <p:cNvSpPr txBox="1">
            <a:spLocks/>
          </p:cNvSpPr>
          <p:nvPr/>
        </p:nvSpPr>
        <p:spPr>
          <a:xfrm>
            <a:off x="4869403" y="3341155"/>
            <a:ext cx="3866766" cy="55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/>
            <a:r>
              <a:rPr lang="en-US" dirty="0"/>
              <a:t>9 categorical columns were encoded </a:t>
            </a:r>
          </a:p>
          <a:p>
            <a:pPr algn="l"/>
            <a:r>
              <a:rPr lang="en-US" dirty="0"/>
              <a:t>(label = 8, one-hot=1)</a:t>
            </a: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 . 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61F1EB45-C629-2669-590B-96F81E336333}"/>
              </a:ext>
            </a:extLst>
          </p:cNvPr>
          <p:cNvSpPr txBox="1">
            <a:spLocks/>
          </p:cNvSpPr>
          <p:nvPr/>
        </p:nvSpPr>
        <p:spPr>
          <a:xfrm>
            <a:off x="4976244" y="2151658"/>
            <a:ext cx="1745119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Outliers</a:t>
            </a:r>
          </a:p>
        </p:txBody>
      </p:sp>
      <p:sp>
        <p:nvSpPr>
          <p:cNvPr id="17" name="Subtitle 12">
            <a:extLst>
              <a:ext uri="{FF2B5EF4-FFF2-40B4-BE49-F238E27FC236}">
                <a16:creationId xmlns:a16="http://schemas.microsoft.com/office/drawing/2014/main" id="{FBFBAD0E-AA0C-1097-2D31-E985EEC4E0F0}"/>
              </a:ext>
            </a:extLst>
          </p:cNvPr>
          <p:cNvSpPr txBox="1">
            <a:spLocks/>
          </p:cNvSpPr>
          <p:nvPr/>
        </p:nvSpPr>
        <p:spPr>
          <a:xfrm>
            <a:off x="4869403" y="2461269"/>
            <a:ext cx="3109255" cy="59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tamaran"/>
              <a:buNone/>
              <a:defRPr sz="2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Outliers are meaningful </a:t>
            </a:r>
          </a:p>
          <a:p>
            <a:pPr algn="l"/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→ No need to remove outlier data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D2F340D0-037D-C1BF-13FC-5EE4F3CB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9F70380D-4BCE-CDCD-99ED-A4C5253287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1100" y="2923417"/>
            <a:ext cx="3548544" cy="6957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Building</a:t>
            </a:r>
            <a:endParaRPr dirty="0"/>
          </a:p>
        </p:txBody>
      </p:sp>
      <p:sp>
        <p:nvSpPr>
          <p:cNvPr id="299" name="Google Shape;299;p31">
            <a:extLst>
              <a:ext uri="{FF2B5EF4-FFF2-40B4-BE49-F238E27FC236}">
                <a16:creationId xmlns:a16="http://schemas.microsoft.com/office/drawing/2014/main" id="{A596A247-D4DB-ED4C-28F9-7280E85EA5F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31100" y="2044893"/>
            <a:ext cx="2438400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04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094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>
          <a:extLst>
            <a:ext uri="{FF2B5EF4-FFF2-40B4-BE49-F238E27FC236}">
              <a16:creationId xmlns:a16="http://schemas.microsoft.com/office/drawing/2014/main" id="{8019126A-1065-FDB1-0F90-8C56AE68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7">
            <a:extLst>
              <a:ext uri="{FF2B5EF4-FFF2-40B4-BE49-F238E27FC236}">
                <a16:creationId xmlns:a16="http://schemas.microsoft.com/office/drawing/2014/main" id="{E5134D31-81F9-4E5C-4B5D-EEC93AA08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Machine Learning Models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14337-457E-2386-4A1C-609347205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329869"/>
              </p:ext>
            </p:extLst>
          </p:nvPr>
        </p:nvGraphicFramePr>
        <p:xfrm>
          <a:off x="809791" y="1481701"/>
          <a:ext cx="7510130" cy="23469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805223">
                  <a:extLst>
                    <a:ext uri="{9D8B030D-6E8A-4147-A177-3AD203B41FA5}">
                      <a16:colId xmlns:a16="http://schemas.microsoft.com/office/drawing/2014/main" val="2845142305"/>
                    </a:ext>
                  </a:extLst>
                </a:gridCol>
                <a:gridCol w="2303721">
                  <a:extLst>
                    <a:ext uri="{9D8B030D-6E8A-4147-A177-3AD203B41FA5}">
                      <a16:colId xmlns:a16="http://schemas.microsoft.com/office/drawing/2014/main" val="1990339997"/>
                    </a:ext>
                  </a:extLst>
                </a:gridCol>
                <a:gridCol w="1176670">
                  <a:extLst>
                    <a:ext uri="{9D8B030D-6E8A-4147-A177-3AD203B41FA5}">
                      <a16:colId xmlns:a16="http://schemas.microsoft.com/office/drawing/2014/main" val="3653563854"/>
                    </a:ext>
                  </a:extLst>
                </a:gridCol>
                <a:gridCol w="1224516">
                  <a:extLst>
                    <a:ext uri="{9D8B030D-6E8A-4147-A177-3AD203B41FA5}">
                      <a16:colId xmlns:a16="http://schemas.microsoft.com/office/drawing/2014/main" val="1747127662"/>
                    </a:ext>
                  </a:extLst>
                </a:gridCol>
              </a:tblGrid>
              <a:tr h="302437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tamaran" panose="020B0604020202020204" charset="0"/>
                          <a:cs typeface="Catamaran" panose="020B0604020202020204" charset="0"/>
                        </a:rPr>
                        <a:t>Python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Scaling?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51837"/>
                  </a:ext>
                </a:extLst>
              </a:tr>
              <a:tr h="302437">
                <a:tc>
                  <a:txBody>
                    <a:bodyPr/>
                    <a:lstStyle/>
                    <a:p>
                      <a:r>
                        <a:rPr lang="en-US" dirty="0"/>
                        <a:t>Multinomial Logistic Regression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LogisticRegression</a:t>
                      </a:r>
                      <a:endParaRPr lang="en-US" dirty="0"/>
                    </a:p>
                    <a:p>
                      <a:r>
                        <a:rPr lang="af-ZA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(multi_class='multinomial’)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000456"/>
                  </a:ext>
                </a:extLst>
              </a:tr>
              <a:tr h="302437">
                <a:tc>
                  <a:txBody>
                    <a:bodyPr/>
                    <a:lstStyle/>
                    <a:p>
                      <a:r>
                        <a:rPr lang="en-US" dirty="0"/>
                        <a:t>Ordinal Logistic Regression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LogisticAT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Linear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674935"/>
                  </a:ext>
                </a:extLst>
              </a:tr>
              <a:tr h="302437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f-ZA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RandomForestClassifier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Tree-based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required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807857"/>
                  </a:ext>
                </a:extLst>
              </a:tr>
              <a:tr h="302437"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Classifier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f-ZA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XGBClassifier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Arial"/>
                        </a:rPr>
                        <a:t>Tree-based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tamaran" panose="020B0604020202020204" charset="0"/>
                        <a:ea typeface="+mn-ea"/>
                        <a:cs typeface="Catamaran" panose="020B060402020202020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Arial"/>
                        </a:rPr>
                        <a:t>No required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tamaran" panose="020B0604020202020204" charset="0"/>
                        <a:ea typeface="+mn-ea"/>
                        <a:cs typeface="Catamaran" panose="020B0604020202020204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760884"/>
                  </a:ext>
                </a:extLst>
              </a:tr>
              <a:tr h="302437">
                <a:tc>
                  <a:txBody>
                    <a:bodyPr/>
                    <a:lstStyle/>
                    <a:p>
                      <a:r>
                        <a:rPr lang="en-US" dirty="0" err="1"/>
                        <a:t>LightGBM</a:t>
                      </a:r>
                      <a:r>
                        <a:rPr lang="en-US" dirty="0"/>
                        <a:t> Classifier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f-ZA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LGBMClassifier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Arial"/>
                        </a:rPr>
                        <a:t>Tree-based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tamaran" panose="020B0604020202020204" charset="0"/>
                        <a:ea typeface="+mn-ea"/>
                        <a:cs typeface="Catamaran" panose="020B060402020202020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Arial"/>
                        </a:rPr>
                        <a:t>No required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tamaran" panose="020B0604020202020204" charset="0"/>
                        <a:ea typeface="+mn-ea"/>
                        <a:cs typeface="Catamaran" panose="020B0604020202020204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515350"/>
                  </a:ext>
                </a:extLst>
              </a:tr>
              <a:tr h="302437">
                <a:tc>
                  <a:txBody>
                    <a:bodyPr/>
                    <a:lstStyle/>
                    <a:p>
                      <a:r>
                        <a:rPr lang="en-US" dirty="0" err="1"/>
                        <a:t>CatBoot</a:t>
                      </a:r>
                      <a:r>
                        <a:rPr lang="en-US" dirty="0"/>
                        <a:t> Classifier</a:t>
                      </a:r>
                      <a:endParaRPr lang="en-US" dirty="0">
                        <a:latin typeface="Catamaran" panose="020B0604020202020204" charset="0"/>
                        <a:cs typeface="Catamaran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CatBoostClassifier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Arial"/>
                        </a:rPr>
                        <a:t>Tree-based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tamaran" panose="020B0604020202020204" charset="0"/>
                        <a:ea typeface="+mn-ea"/>
                        <a:cs typeface="Catamaran" panose="020B060402020202020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Arial"/>
                        </a:rPr>
                        <a:t>No required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tamaran" panose="020B0604020202020204" charset="0"/>
                        <a:ea typeface="+mn-ea"/>
                        <a:cs typeface="Catamaran" panose="020B0604020202020204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97079"/>
                  </a:ext>
                </a:extLst>
              </a:tr>
            </a:tbl>
          </a:graphicData>
        </a:graphic>
      </p:graphicFrame>
      <p:sp>
        <p:nvSpPr>
          <p:cNvPr id="2" name="Teardrop 1">
            <a:extLst>
              <a:ext uri="{FF2B5EF4-FFF2-40B4-BE49-F238E27FC236}">
                <a16:creationId xmlns:a16="http://schemas.microsoft.com/office/drawing/2014/main" id="{BD6C86F9-BE72-4E91-F134-1B68F6012E68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411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>
          <a:extLst>
            <a:ext uri="{FF2B5EF4-FFF2-40B4-BE49-F238E27FC236}">
              <a16:creationId xmlns:a16="http://schemas.microsoft.com/office/drawing/2014/main" id="{42F32CF0-AAAC-7C86-FB4F-B5E6F06E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7">
            <a:extLst>
              <a:ext uri="{FF2B5EF4-FFF2-40B4-BE49-F238E27FC236}">
                <a16:creationId xmlns:a16="http://schemas.microsoft.com/office/drawing/2014/main" id="{483DF9C1-1C28-5516-8E3F-8F5372D4A9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Model Evaluation Setup</a:t>
            </a:r>
            <a:endParaRPr dirty="0"/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633FF586-88F2-0C8B-66FD-F886EF143317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Subtitle 12">
            <a:extLst>
              <a:ext uri="{FF2B5EF4-FFF2-40B4-BE49-F238E27FC236}">
                <a16:creationId xmlns:a16="http://schemas.microsoft.com/office/drawing/2014/main" id="{908B0ACE-BF19-EE53-5317-FEED357AE76E}"/>
              </a:ext>
            </a:extLst>
          </p:cNvPr>
          <p:cNvSpPr txBox="1">
            <a:spLocks/>
          </p:cNvSpPr>
          <p:nvPr/>
        </p:nvSpPr>
        <p:spPr>
          <a:xfrm>
            <a:off x="1394618" y="1814958"/>
            <a:ext cx="3177381" cy="885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Train:  </a:t>
            </a:r>
            <a:r>
              <a:rPr lang="en-US" dirty="0"/>
              <a:t>1669 (=80%)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Test:     418 (=20%)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Total: 2087 (=100%)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0EA6D4D8-1AC3-A786-706B-4378784E3B14}"/>
              </a:ext>
            </a:extLst>
          </p:cNvPr>
          <p:cNvSpPr txBox="1">
            <a:spLocks/>
          </p:cNvSpPr>
          <p:nvPr/>
        </p:nvSpPr>
        <p:spPr>
          <a:xfrm>
            <a:off x="1516980" y="1489457"/>
            <a:ext cx="1395089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Data</a:t>
            </a:r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ADF6CB24-4468-D276-E8ED-DFBD965B7967}"/>
              </a:ext>
            </a:extLst>
          </p:cNvPr>
          <p:cNvSpPr txBox="1">
            <a:spLocks/>
          </p:cNvSpPr>
          <p:nvPr/>
        </p:nvSpPr>
        <p:spPr>
          <a:xfrm>
            <a:off x="5095472" y="1489457"/>
            <a:ext cx="2119851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Metrics</a:t>
            </a:r>
          </a:p>
        </p:txBody>
      </p:sp>
      <p:sp>
        <p:nvSpPr>
          <p:cNvPr id="7" name="Subtitle 12">
            <a:extLst>
              <a:ext uri="{FF2B5EF4-FFF2-40B4-BE49-F238E27FC236}">
                <a16:creationId xmlns:a16="http://schemas.microsoft.com/office/drawing/2014/main" id="{F59685C7-7012-7C93-5247-90843B455F91}"/>
              </a:ext>
            </a:extLst>
          </p:cNvPr>
          <p:cNvSpPr txBox="1">
            <a:spLocks/>
          </p:cNvSpPr>
          <p:nvPr/>
        </p:nvSpPr>
        <p:spPr>
          <a:xfrm>
            <a:off x="1387034" y="3146993"/>
            <a:ext cx="3244057" cy="67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Method: </a:t>
            </a:r>
            <a:r>
              <a:rPr lang="en-US" dirty="0" err="1"/>
              <a:t>StratifiedKFold</a:t>
            </a:r>
            <a:r>
              <a:rPr lang="en-US" dirty="0"/>
              <a:t>, </a:t>
            </a: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K = 5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1E8C0B78-9AE1-92C5-2BB6-01993D0F2543}"/>
              </a:ext>
            </a:extLst>
          </p:cNvPr>
          <p:cNvSpPr txBox="1">
            <a:spLocks/>
          </p:cNvSpPr>
          <p:nvPr/>
        </p:nvSpPr>
        <p:spPr>
          <a:xfrm>
            <a:off x="1490347" y="2837260"/>
            <a:ext cx="2119851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Cross Validation</a:t>
            </a:r>
          </a:p>
        </p:txBody>
      </p:sp>
      <p:sp>
        <p:nvSpPr>
          <p:cNvPr id="9" name="Subtitle 12">
            <a:extLst>
              <a:ext uri="{FF2B5EF4-FFF2-40B4-BE49-F238E27FC236}">
                <a16:creationId xmlns:a16="http://schemas.microsoft.com/office/drawing/2014/main" id="{A0888912-1252-8063-7F78-819ECCB05D54}"/>
              </a:ext>
            </a:extLst>
          </p:cNvPr>
          <p:cNvSpPr txBox="1">
            <a:spLocks/>
          </p:cNvSpPr>
          <p:nvPr/>
        </p:nvSpPr>
        <p:spPr>
          <a:xfrm>
            <a:off x="4977291" y="1793206"/>
            <a:ext cx="2023622" cy="124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None/>
              <a:defRPr sz="16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Precision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Recall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F1-Score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Accuracy</a:t>
            </a:r>
          </a:p>
        </p:txBody>
      </p:sp>
    </p:spTree>
    <p:extLst>
      <p:ext uri="{BB962C8B-B14F-4D97-AF65-F5344CB8AC3E}">
        <p14:creationId xmlns:p14="http://schemas.microsoft.com/office/powerpoint/2010/main" val="3325341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390E64C6-3C20-C6F4-7E0F-AB35BB9F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61F0678D-5F52-4C50-DA9C-8D4C18218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926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Multinomial Logistic Regression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B199B0FD-58EE-A0BC-0990-7676547B0BD1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CA0A0-8D10-48B5-52FD-91FFFB14E269}"/>
              </a:ext>
            </a:extLst>
          </p:cNvPr>
          <p:cNvSpPr txBox="1"/>
          <p:nvPr/>
        </p:nvSpPr>
        <p:spPr>
          <a:xfrm>
            <a:off x="423939" y="1471884"/>
            <a:ext cx="3913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latin typeface="Aptos" panose="020B0004020202020204" pitchFamily="34" charset="0"/>
              </a:rPr>
              <a:t>Test Accuracy: </a:t>
            </a:r>
            <a:r>
              <a:rPr lang="af-ZA" b="1" noProof="0" dirty="0">
                <a:latin typeface="Aptos" panose="020B0004020202020204" pitchFamily="34" charset="0"/>
              </a:rPr>
              <a:t>0.8684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solidFill>
                  <a:srgbClr val="1F1F1F"/>
                </a:solidFill>
                <a:latin typeface="Aptos" panose="020B0004020202020204" pitchFamily="34" charset="0"/>
              </a:rPr>
              <a:t>Cross-Validation Accuracy: </a:t>
            </a:r>
            <a:r>
              <a:rPr lang="af-ZA" b="1" noProof="0" dirty="0">
                <a:solidFill>
                  <a:srgbClr val="1F1F1F"/>
                </a:solidFill>
                <a:latin typeface="Aptos" panose="020B0004020202020204" pitchFamily="34" charset="0"/>
              </a:rPr>
              <a:t>0.8610 ± 0.0160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ADA8C-BB0B-BAF9-43E0-68F16F3D2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264" y="2051233"/>
            <a:ext cx="3191952" cy="29108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B94D0C-6239-42E1-89C4-4B2BDB826A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6"/>
          <a:stretch>
            <a:fillRect/>
          </a:stretch>
        </p:blipFill>
        <p:spPr>
          <a:xfrm>
            <a:off x="536389" y="2053584"/>
            <a:ext cx="4794369" cy="2922894"/>
          </a:xfrm>
          <a:prstGeom prst="rect">
            <a:avLst/>
          </a:prstGeom>
        </p:spPr>
      </p:pic>
      <p:sp>
        <p:nvSpPr>
          <p:cNvPr id="12" name="Title 10">
            <a:extLst>
              <a:ext uri="{FF2B5EF4-FFF2-40B4-BE49-F238E27FC236}">
                <a16:creationId xmlns:a16="http://schemas.microsoft.com/office/drawing/2014/main" id="{98BF9854-E39A-EB57-B0D1-0EF5A0BB27FC}"/>
              </a:ext>
            </a:extLst>
          </p:cNvPr>
          <p:cNvSpPr txBox="1">
            <a:spLocks/>
          </p:cNvSpPr>
          <p:nvPr/>
        </p:nvSpPr>
        <p:spPr>
          <a:xfrm>
            <a:off x="423939" y="1171026"/>
            <a:ext cx="4055648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Test &amp; Cross-Validation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15401986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142E3FC7-D59C-65FB-13DD-2F6B59C7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6FBE1D5A-FE29-79F4-383B-932B5BACC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Multinomial Logistic Regression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00D5A8B0-61F5-FDE8-0535-9A408258BA28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35</a:t>
            </a:fld>
            <a:endParaRPr lang="en-US" dirty="0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5C0E3E06-353F-BA1B-67E4-1DE916EE27D3}"/>
              </a:ext>
            </a:extLst>
          </p:cNvPr>
          <p:cNvSpPr txBox="1">
            <a:spLocks/>
          </p:cNvSpPr>
          <p:nvPr/>
        </p:nvSpPr>
        <p:spPr>
          <a:xfrm>
            <a:off x="1702340" y="1515378"/>
            <a:ext cx="379781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Top Feature Importances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D8BAB0-D9FA-CA0C-6D29-A654CC378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277" y="1997618"/>
            <a:ext cx="5776450" cy="296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68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122A895A-4B5C-E0F6-0D1B-C1F74E4C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89B36B15-ACD3-943D-BAC6-ABE213BB7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Ordinal Logistic Regression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0F2B0A2D-5AEF-3E65-90E2-35331649EF70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013E7-7C7F-1E56-15FE-930A5319B700}"/>
              </a:ext>
            </a:extLst>
          </p:cNvPr>
          <p:cNvSpPr txBox="1"/>
          <p:nvPr/>
        </p:nvSpPr>
        <p:spPr>
          <a:xfrm>
            <a:off x="423939" y="1475603"/>
            <a:ext cx="400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latin typeface="Aptos" panose="020B0004020202020204" pitchFamily="34" charset="0"/>
              </a:rPr>
              <a:t>Test Accuracy: </a:t>
            </a:r>
            <a:r>
              <a:rPr lang="af-ZA" b="1" noProof="0" dirty="0">
                <a:latin typeface="Aptos" panose="020B0004020202020204" pitchFamily="34" charset="0"/>
              </a:rPr>
              <a:t>0.9091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solidFill>
                  <a:srgbClr val="1F1F1F"/>
                </a:solidFill>
                <a:latin typeface="Aptos" panose="020B0004020202020204" pitchFamily="34" charset="0"/>
              </a:rPr>
              <a:t>Cross-Validation Accuracy: </a:t>
            </a:r>
            <a:r>
              <a:rPr lang="af-ZA" b="1" noProof="0" dirty="0">
                <a:solidFill>
                  <a:srgbClr val="1F1F1F"/>
                </a:solidFill>
                <a:latin typeface="Aptos" panose="020B0004020202020204" pitchFamily="34" charset="0"/>
              </a:rPr>
              <a:t>0.8993 ± 0.0096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4CD193-21EF-6782-D918-A8887E1B3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524" y="2086583"/>
            <a:ext cx="3130727" cy="28550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FF6DFD-0751-FC91-7981-774BCA665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49" y="2086583"/>
            <a:ext cx="4781249" cy="2868749"/>
          </a:xfrm>
          <a:prstGeom prst="rect">
            <a:avLst/>
          </a:prstGeom>
        </p:spPr>
      </p:pic>
      <p:sp>
        <p:nvSpPr>
          <p:cNvPr id="4" name="Title 10">
            <a:extLst>
              <a:ext uri="{FF2B5EF4-FFF2-40B4-BE49-F238E27FC236}">
                <a16:creationId xmlns:a16="http://schemas.microsoft.com/office/drawing/2014/main" id="{E4855613-EF77-3C5B-C12E-F4B753F2F4ED}"/>
              </a:ext>
            </a:extLst>
          </p:cNvPr>
          <p:cNvSpPr txBox="1">
            <a:spLocks/>
          </p:cNvSpPr>
          <p:nvPr/>
        </p:nvSpPr>
        <p:spPr>
          <a:xfrm>
            <a:off x="423939" y="1171026"/>
            <a:ext cx="4055648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Test &amp; Cross-Validation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560475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B26F9BF0-42D8-5617-C662-1CC5C1151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E869EA78-FEC5-35CD-8ACD-A3A9DBAE2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Ordinal Logistic Regression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BC1455A7-2DC2-E32B-D843-0E8AFC06A252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37</a:t>
            </a:fld>
            <a:endParaRPr lang="en-US" dirty="0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CDD9EFA3-2D55-4CEB-4C51-F5F0AD1D9337}"/>
              </a:ext>
            </a:extLst>
          </p:cNvPr>
          <p:cNvSpPr txBox="1">
            <a:spLocks/>
          </p:cNvSpPr>
          <p:nvPr/>
        </p:nvSpPr>
        <p:spPr>
          <a:xfrm>
            <a:off x="1527243" y="1467253"/>
            <a:ext cx="3615397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Top Feature Importances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FDDCE5-1F58-29B5-5712-6D4712434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70" y="1847353"/>
            <a:ext cx="5941860" cy="305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04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AFFE1739-94D0-BD2E-A7E4-F423FAAD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9FC2FA67-BEF7-1A56-22F3-8A33EF35F9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Random Forest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753292A0-165C-08F5-8F2B-D53E086E6BF9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D533B-5310-518D-8A03-1409BF19C231}"/>
              </a:ext>
            </a:extLst>
          </p:cNvPr>
          <p:cNvSpPr txBox="1"/>
          <p:nvPr/>
        </p:nvSpPr>
        <p:spPr>
          <a:xfrm>
            <a:off x="423939" y="1497012"/>
            <a:ext cx="3913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latin typeface="Aptos" panose="020B0004020202020204" pitchFamily="34" charset="0"/>
              </a:rPr>
              <a:t>Test Accuracy: </a:t>
            </a:r>
            <a:r>
              <a:rPr lang="af-ZA" b="1" noProof="0" dirty="0">
                <a:latin typeface="Aptos" panose="020B0004020202020204" pitchFamily="34" charset="0"/>
              </a:rPr>
              <a:t>0.9641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solidFill>
                  <a:srgbClr val="1F1F1F"/>
                </a:solidFill>
                <a:latin typeface="Aptos" panose="020B0004020202020204" pitchFamily="34" charset="0"/>
              </a:rPr>
              <a:t>Cross-validation accuracy: </a:t>
            </a:r>
            <a:r>
              <a:rPr lang="af-ZA" b="1" noProof="0" dirty="0">
                <a:solidFill>
                  <a:srgbClr val="1F1F1F"/>
                </a:solidFill>
                <a:latin typeface="Aptos" panose="020B0004020202020204" pitchFamily="34" charset="0"/>
              </a:rPr>
              <a:t>0.9461 ± 0.0132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5D1DD0-BDD0-A8B2-C572-55B2014E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945" y="2066537"/>
            <a:ext cx="3151194" cy="28736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7A8546-1C7B-E5E8-D3E8-2BAF1FCE4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62" y="2086583"/>
            <a:ext cx="4778940" cy="2838068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76D941BC-2891-ADD2-80C6-61DD2423E984}"/>
              </a:ext>
            </a:extLst>
          </p:cNvPr>
          <p:cNvSpPr txBox="1">
            <a:spLocks/>
          </p:cNvSpPr>
          <p:nvPr/>
        </p:nvSpPr>
        <p:spPr>
          <a:xfrm>
            <a:off x="423939" y="1171026"/>
            <a:ext cx="4055648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Test &amp; Cross-Validation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3025653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6B62AFC4-070B-B044-3610-A243EC48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E2938BCA-00FC-C93B-5C5B-4187CF20C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Random Forest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8797A8BB-73DE-BFD4-E10C-8D052A35EC27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39</a:t>
            </a:fld>
            <a:endParaRPr lang="en-US" dirty="0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A9E9746A-CC20-92CD-45D8-D821CE610BD3}"/>
              </a:ext>
            </a:extLst>
          </p:cNvPr>
          <p:cNvSpPr txBox="1">
            <a:spLocks/>
          </p:cNvSpPr>
          <p:nvPr/>
        </p:nvSpPr>
        <p:spPr>
          <a:xfrm>
            <a:off x="1906621" y="1467253"/>
            <a:ext cx="3236019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Top Feature Importances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A13458-82C7-A809-22BD-DF5D2D95F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54" y="1847353"/>
            <a:ext cx="5144786" cy="306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75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8B247DC6-8B28-85B6-9642-03A1F892A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015E0096-D9A3-B09C-8422-B90B1718B6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XGBoost</a:t>
            </a:r>
            <a:r>
              <a:rPr lang="en-US" dirty="0"/>
              <a:t> Classifier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6D9EEC3B-42F1-E710-A41B-9F7CF9D42A03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A4C423-FF53-9741-B0F3-75B4F0101B00}"/>
              </a:ext>
            </a:extLst>
          </p:cNvPr>
          <p:cNvSpPr txBox="1"/>
          <p:nvPr/>
        </p:nvSpPr>
        <p:spPr>
          <a:xfrm>
            <a:off x="423939" y="1450669"/>
            <a:ext cx="3913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latin typeface="Aptos" panose="020B0004020202020204" pitchFamily="34" charset="0"/>
              </a:rPr>
              <a:t>Test Accuracy: </a:t>
            </a:r>
            <a:r>
              <a:rPr lang="af-ZA" b="1" noProof="0" dirty="0">
                <a:latin typeface="Aptos" panose="020B0004020202020204" pitchFamily="34" charset="0"/>
              </a:rPr>
              <a:t>0.9713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solidFill>
                  <a:srgbClr val="1F1F1F"/>
                </a:solidFill>
                <a:latin typeface="Aptos" panose="020B0004020202020204" pitchFamily="34" charset="0"/>
              </a:rPr>
              <a:t>Cross-validation accuracy: </a:t>
            </a:r>
            <a:r>
              <a:rPr lang="af-ZA" b="1" noProof="0" dirty="0">
                <a:solidFill>
                  <a:srgbClr val="1F1F1F"/>
                </a:solidFill>
                <a:latin typeface="Aptos" panose="020B0004020202020204" pitchFamily="34" charset="0"/>
              </a:rPr>
              <a:t>0.9676 ± 0.0035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74DF2-DFDD-B21F-7950-6C85DE9A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315" y="2070658"/>
            <a:ext cx="3161348" cy="2882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E27C83-698F-6091-BE77-DECCC5C32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49" y="2070658"/>
            <a:ext cx="4868365" cy="2874654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D579E412-1F6C-2DF2-DA74-2B95A399270C}"/>
              </a:ext>
            </a:extLst>
          </p:cNvPr>
          <p:cNvSpPr txBox="1">
            <a:spLocks/>
          </p:cNvSpPr>
          <p:nvPr/>
        </p:nvSpPr>
        <p:spPr>
          <a:xfrm>
            <a:off x="423939" y="1171026"/>
            <a:ext cx="4055648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Test &amp; Cross-Validation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3493911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D3DA07E7-9B81-64BA-7BB4-EF3EDA175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D4B09C0B-4585-34B0-0542-229EAAF191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XGBoost</a:t>
            </a:r>
            <a:r>
              <a:rPr lang="en-US" dirty="0"/>
              <a:t> Classifier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0620D9D0-ABB2-34FF-0372-8521903DD120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41</a:t>
            </a:fld>
            <a:endParaRPr lang="en-US" dirty="0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E1A902B1-5F0F-D39F-3CF5-C1C91D2AD2A0}"/>
              </a:ext>
            </a:extLst>
          </p:cNvPr>
          <p:cNvSpPr txBox="1">
            <a:spLocks/>
          </p:cNvSpPr>
          <p:nvPr/>
        </p:nvSpPr>
        <p:spPr>
          <a:xfrm>
            <a:off x="1842550" y="1467253"/>
            <a:ext cx="3300089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Top Feature Importances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801FBC-5E48-6788-12DA-0EB86EF28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033" y="1847353"/>
            <a:ext cx="5283933" cy="30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68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108C66E5-4224-6F1E-615A-C50C3345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E39E7489-D2D4-DF22-33EF-4AB90C6548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LightGBM</a:t>
            </a:r>
            <a:r>
              <a:rPr lang="en-US" dirty="0"/>
              <a:t> Classifier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3BF51921-D819-DA05-F8D0-B1917FBB34FD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20F54-AC3C-F7B3-96F0-EC6799868F77}"/>
              </a:ext>
            </a:extLst>
          </p:cNvPr>
          <p:cNvSpPr txBox="1"/>
          <p:nvPr/>
        </p:nvSpPr>
        <p:spPr>
          <a:xfrm>
            <a:off x="454234" y="1465286"/>
            <a:ext cx="3913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latin typeface="Aptos" panose="020B0004020202020204" pitchFamily="34" charset="0"/>
              </a:rPr>
              <a:t>Test Accuracy: </a:t>
            </a:r>
            <a:r>
              <a:rPr lang="af-ZA" b="1" noProof="0" dirty="0">
                <a:latin typeface="Aptos" panose="020B0004020202020204" pitchFamily="34" charset="0"/>
              </a:rPr>
              <a:t>0.9665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solidFill>
                  <a:srgbClr val="1F1F1F"/>
                </a:solidFill>
                <a:latin typeface="Aptos" panose="020B0004020202020204" pitchFamily="34" charset="0"/>
              </a:rPr>
              <a:t>Cross-validation accuracy: </a:t>
            </a:r>
            <a:r>
              <a:rPr lang="af-ZA" b="1" noProof="0" dirty="0">
                <a:solidFill>
                  <a:srgbClr val="1F1F1F"/>
                </a:solidFill>
                <a:latin typeface="Aptos" panose="020B0004020202020204" pitchFamily="34" charset="0"/>
              </a:rPr>
              <a:t>0.9700 ± 0.0033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B3700A-C6CD-FA86-25F4-2513D0799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132" y="2079941"/>
            <a:ext cx="3124291" cy="2849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39A962-FFB4-3CEF-57A9-1D489A06F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69" y="2079942"/>
            <a:ext cx="4901678" cy="2849158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61044AFB-8F4B-AAC2-8A4C-F1D14C18E3BF}"/>
              </a:ext>
            </a:extLst>
          </p:cNvPr>
          <p:cNvSpPr txBox="1">
            <a:spLocks/>
          </p:cNvSpPr>
          <p:nvPr/>
        </p:nvSpPr>
        <p:spPr>
          <a:xfrm>
            <a:off x="423939" y="1171026"/>
            <a:ext cx="4055648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Test &amp; Cross-Validation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1861089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77CB91EA-FCB9-9445-772B-1F4A4BD0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CCA6A5DF-BBC2-360C-B719-43BD259F7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LightGBM</a:t>
            </a:r>
            <a:r>
              <a:rPr lang="en-US" dirty="0"/>
              <a:t> Classifier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B1F35F49-1A0B-5F21-B813-EADB4F651B20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43</a:t>
            </a:fld>
            <a:endParaRPr lang="en-US" dirty="0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957812F3-6288-1F7E-65ED-DE393865B75C}"/>
              </a:ext>
            </a:extLst>
          </p:cNvPr>
          <p:cNvSpPr txBox="1">
            <a:spLocks/>
          </p:cNvSpPr>
          <p:nvPr/>
        </p:nvSpPr>
        <p:spPr>
          <a:xfrm>
            <a:off x="1938802" y="1467253"/>
            <a:ext cx="3203837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Top Feature Importances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08FEAD-56B6-BC69-08D8-1D9E50592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458" y="1847353"/>
            <a:ext cx="5093083" cy="304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046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A678ABA9-12CC-C6FF-BE39-867EFA03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4A1FE5BF-C80C-B2B3-A2B9-E1BAEE5CF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CatBoost</a:t>
            </a:r>
            <a:r>
              <a:rPr lang="en-US" dirty="0"/>
              <a:t> Classifier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3C2BD684-31C1-B66E-5FC0-2F9A38EDCAC8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97C29-04AF-80EE-159E-CBFD8A3DC2F0}"/>
              </a:ext>
            </a:extLst>
          </p:cNvPr>
          <p:cNvSpPr txBox="1"/>
          <p:nvPr/>
        </p:nvSpPr>
        <p:spPr>
          <a:xfrm>
            <a:off x="423939" y="1454070"/>
            <a:ext cx="3913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latin typeface="Aptos" panose="020B0004020202020204" pitchFamily="34" charset="0"/>
              </a:rPr>
              <a:t>Test Accuracy: </a:t>
            </a:r>
            <a:r>
              <a:rPr lang="af-ZA" b="1" noProof="0" dirty="0">
                <a:latin typeface="Aptos" panose="020B0004020202020204" pitchFamily="34" charset="0"/>
              </a:rPr>
              <a:t>0.9665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af-ZA" noProof="0" dirty="0">
                <a:solidFill>
                  <a:srgbClr val="1F1F1F"/>
                </a:solidFill>
                <a:latin typeface="Aptos" panose="020B0004020202020204" pitchFamily="34" charset="0"/>
              </a:rPr>
              <a:t>Cross-validation accuracy: </a:t>
            </a:r>
            <a:r>
              <a:rPr lang="af-ZA" b="1" noProof="0" dirty="0">
                <a:solidFill>
                  <a:srgbClr val="1F1F1F"/>
                </a:solidFill>
                <a:latin typeface="Aptos" panose="020B0004020202020204" pitchFamily="34" charset="0"/>
              </a:rPr>
              <a:t>0.9587 ± 0.0087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2EF2A5-B122-DF10-AF8B-1681264CD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583" y="2069961"/>
            <a:ext cx="3115325" cy="2840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0AC286-9823-9427-7E21-2A5FB1236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92" y="2075197"/>
            <a:ext cx="4798210" cy="2839946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87F7FC0A-CCCB-F3C2-5238-9FB98D339EBB}"/>
              </a:ext>
            </a:extLst>
          </p:cNvPr>
          <p:cNvSpPr txBox="1">
            <a:spLocks/>
          </p:cNvSpPr>
          <p:nvPr/>
        </p:nvSpPr>
        <p:spPr>
          <a:xfrm>
            <a:off x="423939" y="1171026"/>
            <a:ext cx="4055648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Test &amp; Cross-Validation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1171221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C32AF8C4-2D32-1080-24FA-E78ADF73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81BEC6DE-4DE3-A9CC-6027-8CA154924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CatBoost</a:t>
            </a:r>
            <a:r>
              <a:rPr lang="en-US" dirty="0"/>
              <a:t> Classifier</a:t>
            </a:r>
            <a:endParaRPr dirty="0"/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020001E4-C607-0453-5E25-517FD969198E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45</a:t>
            </a:fld>
            <a:endParaRPr lang="en-US" dirty="0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DE800467-495C-40FD-A4C0-851045EF8990}"/>
              </a:ext>
            </a:extLst>
          </p:cNvPr>
          <p:cNvSpPr txBox="1">
            <a:spLocks/>
          </p:cNvSpPr>
          <p:nvPr/>
        </p:nvSpPr>
        <p:spPr>
          <a:xfrm>
            <a:off x="1931928" y="1467253"/>
            <a:ext cx="3210712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Top Feature Importances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71969-559B-49AB-FB06-F29A88C6E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895" y="1847353"/>
            <a:ext cx="5142210" cy="306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029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4847FA14-91BC-1615-A449-D5990641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137071-A07B-FCE7-6DBE-385C102559D6}"/>
              </a:ext>
            </a:extLst>
          </p:cNvPr>
          <p:cNvSpPr/>
          <p:nvPr/>
        </p:nvSpPr>
        <p:spPr>
          <a:xfrm>
            <a:off x="665150" y="1359545"/>
            <a:ext cx="7804274" cy="1457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CA8ADC1B-BFE9-D0C9-39A6-FF7FEC2229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Summary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6D4657EB-2442-E2CA-248B-F2F06C335863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EBE5F6-200A-D686-2D26-03D22FE7E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91" y="1955559"/>
            <a:ext cx="505758" cy="5057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1E5389-A7D7-6832-B7BD-4627367214E2}"/>
              </a:ext>
            </a:extLst>
          </p:cNvPr>
          <p:cNvSpPr txBox="1"/>
          <p:nvPr/>
        </p:nvSpPr>
        <p:spPr>
          <a:xfrm>
            <a:off x="575369" y="3321503"/>
            <a:ext cx="820555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XGBoost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 achieved the highest accuracy (97.13%) and the best F1-scores, making it the top-performing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LightGBM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 and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CatBoost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 also performed well (~96.65% accuracy), slightly below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XGBoost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Random Forest offered good accuracy (96.41%) with faster training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Multinomial Logistic Regression and Ordinal Logistic Regression were faster but less accurate.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Overall,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XGBoost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 provides the best balance between accuracy and training time.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  <a:sym typeface="Wingdings" panose="05000000000000000000" pitchFamily="2" charset="2"/>
              </a:rPr>
              <a:t>Champion of Baseline, before tuning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586EDC93-9906-1DC9-BD15-766C741D146A}"/>
              </a:ext>
            </a:extLst>
          </p:cNvPr>
          <p:cNvSpPr txBox="1">
            <a:spLocks/>
          </p:cNvSpPr>
          <p:nvPr/>
        </p:nvSpPr>
        <p:spPr>
          <a:xfrm>
            <a:off x="575369" y="2995622"/>
            <a:ext cx="3357238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Conclusion on Baseline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E7A946-7FBF-BE00-19D3-275BAC968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418351"/>
              </p:ext>
            </p:extLst>
          </p:nvPr>
        </p:nvGraphicFramePr>
        <p:xfrm>
          <a:off x="671619" y="1367437"/>
          <a:ext cx="7797804" cy="1440815"/>
        </p:xfrm>
        <a:graphic>
          <a:graphicData uri="http://schemas.openxmlformats.org/drawingml/2006/table">
            <a:tbl>
              <a:tblPr/>
              <a:tblGrid>
                <a:gridCol w="1886156">
                  <a:extLst>
                    <a:ext uri="{9D8B030D-6E8A-4147-A177-3AD203B41FA5}">
                      <a16:colId xmlns:a16="http://schemas.microsoft.com/office/drawing/2014/main" val="2024676230"/>
                    </a:ext>
                  </a:extLst>
                </a:gridCol>
                <a:gridCol w="620280">
                  <a:extLst>
                    <a:ext uri="{9D8B030D-6E8A-4147-A177-3AD203B41FA5}">
                      <a16:colId xmlns:a16="http://schemas.microsoft.com/office/drawing/2014/main" val="256881457"/>
                    </a:ext>
                  </a:extLst>
                </a:gridCol>
                <a:gridCol w="620280">
                  <a:extLst>
                    <a:ext uri="{9D8B030D-6E8A-4147-A177-3AD203B41FA5}">
                      <a16:colId xmlns:a16="http://schemas.microsoft.com/office/drawing/2014/main" val="261634507"/>
                    </a:ext>
                  </a:extLst>
                </a:gridCol>
                <a:gridCol w="620280">
                  <a:extLst>
                    <a:ext uri="{9D8B030D-6E8A-4147-A177-3AD203B41FA5}">
                      <a16:colId xmlns:a16="http://schemas.microsoft.com/office/drawing/2014/main" val="2659972740"/>
                    </a:ext>
                  </a:extLst>
                </a:gridCol>
                <a:gridCol w="620280">
                  <a:extLst>
                    <a:ext uri="{9D8B030D-6E8A-4147-A177-3AD203B41FA5}">
                      <a16:colId xmlns:a16="http://schemas.microsoft.com/office/drawing/2014/main" val="2081703164"/>
                    </a:ext>
                  </a:extLst>
                </a:gridCol>
                <a:gridCol w="620280">
                  <a:extLst>
                    <a:ext uri="{9D8B030D-6E8A-4147-A177-3AD203B41FA5}">
                      <a16:colId xmlns:a16="http://schemas.microsoft.com/office/drawing/2014/main" val="672242116"/>
                    </a:ext>
                  </a:extLst>
                </a:gridCol>
                <a:gridCol w="620280">
                  <a:extLst>
                    <a:ext uri="{9D8B030D-6E8A-4147-A177-3AD203B41FA5}">
                      <a16:colId xmlns:a16="http://schemas.microsoft.com/office/drawing/2014/main" val="1537922896"/>
                    </a:ext>
                  </a:extLst>
                </a:gridCol>
                <a:gridCol w="620280">
                  <a:extLst>
                    <a:ext uri="{9D8B030D-6E8A-4147-A177-3AD203B41FA5}">
                      <a16:colId xmlns:a16="http://schemas.microsoft.com/office/drawing/2014/main" val="2695355141"/>
                    </a:ext>
                  </a:extLst>
                </a:gridCol>
                <a:gridCol w="379763">
                  <a:extLst>
                    <a:ext uri="{9D8B030D-6E8A-4147-A177-3AD203B41FA5}">
                      <a16:colId xmlns:a16="http://schemas.microsoft.com/office/drawing/2014/main" val="2096432059"/>
                    </a:ext>
                  </a:extLst>
                </a:gridCol>
                <a:gridCol w="379763">
                  <a:extLst>
                    <a:ext uri="{9D8B030D-6E8A-4147-A177-3AD203B41FA5}">
                      <a16:colId xmlns:a16="http://schemas.microsoft.com/office/drawing/2014/main" val="1576277688"/>
                    </a:ext>
                  </a:extLst>
                </a:gridCol>
                <a:gridCol w="405081">
                  <a:extLst>
                    <a:ext uri="{9D8B030D-6E8A-4147-A177-3AD203B41FA5}">
                      <a16:colId xmlns:a16="http://schemas.microsoft.com/office/drawing/2014/main" val="1921307950"/>
                    </a:ext>
                  </a:extLst>
                </a:gridCol>
                <a:gridCol w="405081">
                  <a:extLst>
                    <a:ext uri="{9D8B030D-6E8A-4147-A177-3AD203B41FA5}">
                      <a16:colId xmlns:a16="http://schemas.microsoft.com/office/drawing/2014/main" val="1537108853"/>
                    </a:ext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Macro Avg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Weigthed Avg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Duration (s)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409264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Precision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Recall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F1-Score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Precision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Recall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F1-Score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1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Multinomial Logistic Regression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35127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Ordinal Logistic Regression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51847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Random Forest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92233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XGBoost Classifier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0.9699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0.971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0.9704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0.9713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0.9713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0.9713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0.9713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10.78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10.40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11.20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0.80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3642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 Classifier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1963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 Classifier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67671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69AB2EF-7389-DD7B-F4E6-2730183FF99E}"/>
              </a:ext>
            </a:extLst>
          </p:cNvPr>
          <p:cNvSpPr/>
          <p:nvPr/>
        </p:nvSpPr>
        <p:spPr>
          <a:xfrm>
            <a:off x="671620" y="2255062"/>
            <a:ext cx="7797804" cy="199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97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8707F99E-A954-C456-94D7-1AB870DC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D1569B-E2A6-2A4D-56CE-9655FF49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39" y="1203077"/>
            <a:ext cx="7089508" cy="1615748"/>
          </a:xfrm>
          <a:prstGeom prst="rect">
            <a:avLst/>
          </a:prstGeom>
        </p:spPr>
      </p:pic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4D9B8653-056D-2B77-6C7A-DE208D261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Hyperparameter Tuning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4FD59D6F-9227-08A4-7D8A-31BBEB0FA315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BD970B-7CE2-8BBA-2ED2-C7E19CAB6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0" y="1997242"/>
            <a:ext cx="505758" cy="5057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62B015-25C1-3DAB-F4B0-FAAD86060E85}"/>
              </a:ext>
            </a:extLst>
          </p:cNvPr>
          <p:cNvSpPr txBox="1"/>
          <p:nvPr/>
        </p:nvSpPr>
        <p:spPr>
          <a:xfrm>
            <a:off x="962525" y="3637757"/>
            <a:ext cx="750083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3">
                    <a:lumMod val="50000"/>
                  </a:schemeClr>
                </a:solidFill>
              </a:rPr>
              <a:t>LightGBM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was the most effective model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, achieving the highest accuracy (97.18%) and the best improvement over its baseline (+0.53%), all in the shortest time.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XGBoost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was slightly less accurate and much slower, while Random Forest's performance degraded after tuning.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CatBoost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failed to complete because it was taking too long.</a:t>
            </a:r>
            <a:endParaRPr lang="en-US" sz="1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A4BBAF90-0E39-9365-1B6B-5D2BE1D03853}"/>
              </a:ext>
            </a:extLst>
          </p:cNvPr>
          <p:cNvSpPr txBox="1">
            <a:spLocks/>
          </p:cNvSpPr>
          <p:nvPr/>
        </p:nvSpPr>
        <p:spPr>
          <a:xfrm>
            <a:off x="962526" y="3276333"/>
            <a:ext cx="3431075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ilita One"/>
              <a:buNone/>
              <a:defRPr sz="2000" b="0" i="0" u="none" strike="noStrike" cap="none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dirty="0"/>
              <a:t>Conclusion after Tuning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706D2-C62E-D0B8-DAB7-3D8C3327860B}"/>
              </a:ext>
            </a:extLst>
          </p:cNvPr>
          <p:cNvSpPr/>
          <p:nvPr/>
        </p:nvSpPr>
        <p:spPr>
          <a:xfrm>
            <a:off x="1043839" y="2179438"/>
            <a:ext cx="7094003" cy="309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CA600-86FC-72CE-3D1C-16AB8BF9BF5E}"/>
              </a:ext>
            </a:extLst>
          </p:cNvPr>
          <p:cNvSpPr txBox="1"/>
          <p:nvPr/>
        </p:nvSpPr>
        <p:spPr>
          <a:xfrm>
            <a:off x="962525" y="2818652"/>
            <a:ext cx="6854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>
                    <a:lumMod val="50000"/>
                  </a:schemeClr>
                </a:solidFill>
              </a:rPr>
              <a:t>*)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</a:rPr>
              <a:t> Tuning using OPTUNA with trials=100</a:t>
            </a:r>
          </a:p>
        </p:txBody>
      </p:sp>
    </p:spTree>
    <p:extLst>
      <p:ext uri="{BB962C8B-B14F-4D97-AF65-F5344CB8AC3E}">
        <p14:creationId xmlns:p14="http://schemas.microsoft.com/office/powerpoint/2010/main" val="31166158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533D9950-4B79-23F4-43A3-A1BBA8DB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9CB4177C-DBED-686A-5487-22389A0AB0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1100" y="2923417"/>
            <a:ext cx="3548544" cy="10989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Streamlit App Development</a:t>
            </a:r>
            <a:endParaRPr dirty="0"/>
          </a:p>
        </p:txBody>
      </p:sp>
      <p:sp>
        <p:nvSpPr>
          <p:cNvPr id="299" name="Google Shape;299;p31">
            <a:extLst>
              <a:ext uri="{FF2B5EF4-FFF2-40B4-BE49-F238E27FC236}">
                <a16:creationId xmlns:a16="http://schemas.microsoft.com/office/drawing/2014/main" id="{01BF8BA1-1385-8567-98E0-BEBBCF07E4D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31100" y="2044893"/>
            <a:ext cx="2438400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05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9276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>
          <a:extLst>
            <a:ext uri="{FF2B5EF4-FFF2-40B4-BE49-F238E27FC236}">
              <a16:creationId xmlns:a16="http://schemas.microsoft.com/office/drawing/2014/main" id="{40AD1590-0508-51EA-5E09-945B9BE1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7">
            <a:extLst>
              <a:ext uri="{FF2B5EF4-FFF2-40B4-BE49-F238E27FC236}">
                <a16:creationId xmlns:a16="http://schemas.microsoft.com/office/drawing/2014/main" id="{566142E6-CA0F-6969-1CDF-B06EFAF670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Application Design</a:t>
            </a:r>
            <a:endParaRPr dirty="0"/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602F3520-8C80-86C6-168B-BBAE90C5DBC2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49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347A92-2A0C-19A3-D8C8-A883F880DF38}"/>
              </a:ext>
            </a:extLst>
          </p:cNvPr>
          <p:cNvSpPr/>
          <p:nvPr/>
        </p:nvSpPr>
        <p:spPr>
          <a:xfrm>
            <a:off x="2181936" y="1225347"/>
            <a:ext cx="1077433" cy="37010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Side bar input parameter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AC890-0AAF-434D-4367-B62A218DDE41}"/>
              </a:ext>
            </a:extLst>
          </p:cNvPr>
          <p:cNvSpPr/>
          <p:nvPr/>
        </p:nvSpPr>
        <p:spPr>
          <a:xfrm>
            <a:off x="3351908" y="1225347"/>
            <a:ext cx="3416595" cy="43067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Banner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5210F3-ABC0-C34C-CC5E-7997DD3F4629}"/>
              </a:ext>
            </a:extLst>
          </p:cNvPr>
          <p:cNvSpPr/>
          <p:nvPr/>
        </p:nvSpPr>
        <p:spPr>
          <a:xfrm>
            <a:off x="3351908" y="1731308"/>
            <a:ext cx="3416595" cy="4306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EC01FF-B329-216F-FCB2-2BD3A17A908C}"/>
              </a:ext>
            </a:extLst>
          </p:cNvPr>
          <p:cNvSpPr/>
          <p:nvPr/>
        </p:nvSpPr>
        <p:spPr>
          <a:xfrm>
            <a:off x="3351908" y="2258533"/>
            <a:ext cx="3416595" cy="4306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 menu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81E61-D59F-2845-5C05-48A526D29584}"/>
              </a:ext>
            </a:extLst>
          </p:cNvPr>
          <p:cNvSpPr/>
          <p:nvPr/>
        </p:nvSpPr>
        <p:spPr>
          <a:xfrm>
            <a:off x="3351908" y="2785758"/>
            <a:ext cx="3416595" cy="4306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Info area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CCB767-8428-61E6-2B71-D68D7FB1583D}"/>
              </a:ext>
            </a:extLst>
          </p:cNvPr>
          <p:cNvSpPr/>
          <p:nvPr/>
        </p:nvSpPr>
        <p:spPr>
          <a:xfrm>
            <a:off x="3351908" y="3321759"/>
            <a:ext cx="3416595" cy="43067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 to execute prediction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2D83A2-F6C5-9E26-90C5-0EE9329B3FA0}"/>
              </a:ext>
            </a:extLst>
          </p:cNvPr>
          <p:cNvSpPr/>
          <p:nvPr/>
        </p:nvSpPr>
        <p:spPr>
          <a:xfrm>
            <a:off x="3351908" y="3836495"/>
            <a:ext cx="3416595" cy="109234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Prediction Result</a:t>
            </a:r>
          </a:p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And other info</a:t>
            </a:r>
          </a:p>
        </p:txBody>
      </p:sp>
    </p:spTree>
    <p:extLst>
      <p:ext uri="{BB962C8B-B14F-4D97-AF65-F5344CB8AC3E}">
        <p14:creationId xmlns:p14="http://schemas.microsoft.com/office/powerpoint/2010/main" val="7085027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0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Application Workflow</a:t>
            </a:r>
            <a:endParaRPr dirty="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162C1C37-41E8-CDC9-F79D-90B56710560C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50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E876D4-6C15-D309-8E1F-812DA2893410}"/>
              </a:ext>
            </a:extLst>
          </p:cNvPr>
          <p:cNvSpPr/>
          <p:nvPr/>
        </p:nvSpPr>
        <p:spPr>
          <a:xfrm>
            <a:off x="590122" y="1594127"/>
            <a:ext cx="1443789" cy="673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input parameters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F8B42F-2C60-B08A-7AD8-A8012FAB0971}"/>
              </a:ext>
            </a:extLst>
          </p:cNvPr>
          <p:cNvSpPr/>
          <p:nvPr/>
        </p:nvSpPr>
        <p:spPr>
          <a:xfrm>
            <a:off x="2725440" y="1594127"/>
            <a:ext cx="1443789" cy="673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(Press button)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47CD0C-5DEB-818D-F205-F1F86AFC2870}"/>
              </a:ext>
            </a:extLst>
          </p:cNvPr>
          <p:cNvSpPr/>
          <p:nvPr/>
        </p:nvSpPr>
        <p:spPr>
          <a:xfrm>
            <a:off x="4869637" y="1594127"/>
            <a:ext cx="1443789" cy="673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Processing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71E9DA-59CF-2013-F33F-3E825A9C0ACF}"/>
              </a:ext>
            </a:extLst>
          </p:cNvPr>
          <p:cNvSpPr/>
          <p:nvPr/>
        </p:nvSpPr>
        <p:spPr>
          <a:xfrm>
            <a:off x="7055087" y="1594129"/>
            <a:ext cx="1443789" cy="673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 Result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80269F1-A602-4D86-2EEA-D28F03746799}"/>
              </a:ext>
            </a:extLst>
          </p:cNvPr>
          <p:cNvSpPr/>
          <p:nvPr/>
        </p:nvSpPr>
        <p:spPr>
          <a:xfrm>
            <a:off x="2138184" y="1753173"/>
            <a:ext cx="488138" cy="35751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FCB1400-7DC3-103F-337F-74A51B330260}"/>
              </a:ext>
            </a:extLst>
          </p:cNvPr>
          <p:cNvSpPr/>
          <p:nvPr/>
        </p:nvSpPr>
        <p:spPr>
          <a:xfrm>
            <a:off x="4268347" y="1773799"/>
            <a:ext cx="488138" cy="35751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5F7849A-9702-369E-25F9-0F3A6C4A06E8}"/>
              </a:ext>
            </a:extLst>
          </p:cNvPr>
          <p:cNvSpPr/>
          <p:nvPr/>
        </p:nvSpPr>
        <p:spPr>
          <a:xfrm>
            <a:off x="6426578" y="1732548"/>
            <a:ext cx="488138" cy="35751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85B9D3-59DA-1A28-B475-5673123C1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40" y="2654251"/>
            <a:ext cx="1384371" cy="21368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D94EEC-2A9D-B0EF-A371-654EC0004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546" y="2654251"/>
            <a:ext cx="1358970" cy="3683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6B120B-DB50-7EC5-4E71-3E0589A42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087" y="2654251"/>
            <a:ext cx="1449036" cy="5053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81C0EC-C601-EBB6-58F1-CD51E1D67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779" y="2632323"/>
            <a:ext cx="969982" cy="9699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E7E885-9A9E-5511-172B-15D57BC6D6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1152" y="3340935"/>
            <a:ext cx="1449037" cy="55372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C27B3712-4AE2-8C7A-0CC2-B036B95C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695C9-E0C3-E67F-EA9C-D503E4934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966" y="1254019"/>
            <a:ext cx="6459120" cy="3584130"/>
          </a:xfrm>
          <a:prstGeom prst="rect">
            <a:avLst/>
          </a:prstGeom>
        </p:spPr>
      </p:pic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0E98E4DF-CBAA-6AF4-F313-9D165106DA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Obesity Level Prediction App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0277E257-74D8-2BD8-4185-E1D82D55FA72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232E8C-8E4B-2846-8EBE-C6D7112A6DD1}"/>
              </a:ext>
            </a:extLst>
          </p:cNvPr>
          <p:cNvSpPr/>
          <p:nvPr/>
        </p:nvSpPr>
        <p:spPr>
          <a:xfrm>
            <a:off x="1247966" y="1603747"/>
            <a:ext cx="1612697" cy="3225323"/>
          </a:xfrm>
          <a:prstGeom prst="roundRect">
            <a:avLst>
              <a:gd name="adj" fmla="val 503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F967A-D4FF-B438-0954-F6CFA585DEF9}"/>
              </a:ext>
            </a:extLst>
          </p:cNvPr>
          <p:cNvSpPr txBox="1"/>
          <p:nvPr/>
        </p:nvSpPr>
        <p:spPr>
          <a:xfrm>
            <a:off x="-27313" y="1873807"/>
            <a:ext cx="10931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ptos" panose="020B0004020202020204" pitchFamily="34" charset="0"/>
              </a:rPr>
              <a:t>Input parameter here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9658B2A-6B87-E853-F860-C81A7DEC4D31}"/>
              </a:ext>
            </a:extLst>
          </p:cNvPr>
          <p:cNvSpPr/>
          <p:nvPr/>
        </p:nvSpPr>
        <p:spPr>
          <a:xfrm>
            <a:off x="1025202" y="1775626"/>
            <a:ext cx="182124" cy="935025"/>
          </a:xfrm>
          <a:prstGeom prst="rightArrow">
            <a:avLst>
              <a:gd name="adj1" fmla="val 76079"/>
              <a:gd name="adj2" fmla="val 5639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C42F-1E55-24E1-D839-3F7B04359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715" y="4044439"/>
            <a:ext cx="3768942" cy="99975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AA5BD7E-4397-FAAF-0D97-65DCA74B7543}"/>
              </a:ext>
            </a:extLst>
          </p:cNvPr>
          <p:cNvSpPr/>
          <p:nvPr/>
        </p:nvSpPr>
        <p:spPr>
          <a:xfrm>
            <a:off x="4722234" y="4044439"/>
            <a:ext cx="182124" cy="935025"/>
          </a:xfrm>
          <a:prstGeom prst="rightArrow">
            <a:avLst>
              <a:gd name="adj1" fmla="val 76079"/>
              <a:gd name="adj2" fmla="val 5639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6DE158-7660-ABCF-3725-8E6396D59AE9}"/>
              </a:ext>
            </a:extLst>
          </p:cNvPr>
          <p:cNvSpPr txBox="1"/>
          <p:nvPr/>
        </p:nvSpPr>
        <p:spPr>
          <a:xfrm>
            <a:off x="3682708" y="4223815"/>
            <a:ext cx="1093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ptos" panose="020B0004020202020204" pitchFamily="34" charset="0"/>
              </a:rPr>
              <a:t>Press this red button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82BC3B-4A5B-EDD1-3321-C0BBEBE89D7B}"/>
              </a:ext>
            </a:extLst>
          </p:cNvPr>
          <p:cNvSpPr/>
          <p:nvPr/>
        </p:nvSpPr>
        <p:spPr>
          <a:xfrm>
            <a:off x="208440" y="1546747"/>
            <a:ext cx="387350" cy="45775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EE2D13-778E-2F99-4845-647A1EE639CD}"/>
              </a:ext>
            </a:extLst>
          </p:cNvPr>
          <p:cNvSpPr/>
          <p:nvPr/>
        </p:nvSpPr>
        <p:spPr>
          <a:xfrm>
            <a:off x="3512839" y="4044439"/>
            <a:ext cx="387350" cy="45775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130332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1DB1348D-F03D-A3BE-23D6-A470D076C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>
            <a:extLst>
              <a:ext uri="{FF2B5EF4-FFF2-40B4-BE49-F238E27FC236}">
                <a16:creationId xmlns:a16="http://schemas.microsoft.com/office/drawing/2014/main" id="{EEEDB573-A923-6720-FD1C-66B2957C5F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Obesity Level Prediction App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658CA827-CB9A-BB7B-55F4-E6C469C9391A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52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92A8B6-6ABE-0BA2-8BF4-7B0F0477B6C9}"/>
              </a:ext>
            </a:extLst>
          </p:cNvPr>
          <p:cNvSpPr txBox="1"/>
          <p:nvPr/>
        </p:nvSpPr>
        <p:spPr>
          <a:xfrm>
            <a:off x="67937" y="1990682"/>
            <a:ext cx="1093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ptos" panose="020B0004020202020204" pitchFamily="34" charset="0"/>
              </a:rPr>
              <a:t>Check the result here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DD09289-CA20-2E2C-CB7B-C4CD9A92E292}"/>
              </a:ext>
            </a:extLst>
          </p:cNvPr>
          <p:cNvSpPr/>
          <p:nvPr/>
        </p:nvSpPr>
        <p:spPr>
          <a:xfrm>
            <a:off x="1116492" y="1784780"/>
            <a:ext cx="182124" cy="935025"/>
          </a:xfrm>
          <a:prstGeom prst="rightArrow">
            <a:avLst>
              <a:gd name="adj1" fmla="val 76079"/>
              <a:gd name="adj2" fmla="val 5639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F2B183-84E9-6E97-556A-F017096A9A64}"/>
              </a:ext>
            </a:extLst>
          </p:cNvPr>
          <p:cNvSpPr/>
          <p:nvPr/>
        </p:nvSpPr>
        <p:spPr>
          <a:xfrm>
            <a:off x="510142" y="1532925"/>
            <a:ext cx="387350" cy="45775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B0D1D2-F101-A7E4-6F66-9AC41293F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539" y="1285420"/>
            <a:ext cx="6372922" cy="350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158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73EE826B-0DB2-8B15-FBC1-23D9F741D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>
            <a:extLst>
              <a:ext uri="{FF2B5EF4-FFF2-40B4-BE49-F238E27FC236}">
                <a16:creationId xmlns:a16="http://schemas.microsoft.com/office/drawing/2014/main" id="{D50737EC-D0C9-FFB3-5D37-7CDCF65AA4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1099" y="2923416"/>
            <a:ext cx="3977169" cy="16342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Conclusions and Business &amp; Actionable Insights</a:t>
            </a:r>
            <a:endParaRPr sz="3200" dirty="0"/>
          </a:p>
        </p:txBody>
      </p:sp>
      <p:sp>
        <p:nvSpPr>
          <p:cNvPr id="299" name="Google Shape;299;p31">
            <a:extLst>
              <a:ext uri="{FF2B5EF4-FFF2-40B4-BE49-F238E27FC236}">
                <a16:creationId xmlns:a16="http://schemas.microsoft.com/office/drawing/2014/main" id="{3DB59585-03DD-57E3-EB1D-D41BDAA1311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31100" y="2044893"/>
            <a:ext cx="2438400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90000"/>
                  </a:schemeClr>
                </a:solidFill>
              </a:rPr>
              <a:t>06</a:t>
            </a:r>
            <a:endParaRPr dirty="0">
              <a:solidFill>
                <a:schemeClr val="accent5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3843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8"/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916" name="Google Shape;916;p48"/>
          <p:cNvSpPr txBox="1">
            <a:spLocks noGrp="1"/>
          </p:cNvSpPr>
          <p:nvPr>
            <p:ph type="subTitle" idx="1"/>
          </p:nvPr>
        </p:nvSpPr>
        <p:spPr>
          <a:xfrm>
            <a:off x="939031" y="1178713"/>
            <a:ext cx="7282661" cy="3543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Model Exclusion: </a:t>
            </a:r>
            <a:r>
              <a:rPr lang="en-US" sz="2000" dirty="0"/>
              <a:t>Logistic Regression models were excluded due to substantially lower initial accuracy.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Pre-Tuning Leader: </a:t>
            </a:r>
            <a:r>
              <a:rPr lang="en-US" sz="2000" dirty="0" err="1"/>
              <a:t>XGBoost</a:t>
            </a:r>
            <a:r>
              <a:rPr lang="en-US" sz="2000" dirty="0"/>
              <a:t> was the initial top performer based on baseline scores.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Post-Tuning Champion: </a:t>
            </a:r>
            <a:r>
              <a:rPr lang="en-US" sz="2000" dirty="0" err="1"/>
              <a:t>LightGBM</a:t>
            </a:r>
            <a:r>
              <a:rPr lang="en-US" sz="2000" dirty="0"/>
              <a:t> showed the most substantial improvement after tuning, achieving the highest final accuracy.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Final Selection: </a:t>
            </a:r>
            <a:r>
              <a:rPr lang="en-US" sz="2000" dirty="0"/>
              <a:t>The tuned </a:t>
            </a:r>
            <a:r>
              <a:rPr lang="en-US" sz="2000" dirty="0" err="1"/>
              <a:t>LightGBM</a:t>
            </a:r>
            <a:r>
              <a:rPr lang="en-US" sz="2000" dirty="0"/>
              <a:t> model was chosen for the </a:t>
            </a:r>
            <a:r>
              <a:rPr lang="en-US" sz="2000" dirty="0" err="1"/>
              <a:t>Streamlit</a:t>
            </a:r>
            <a:r>
              <a:rPr lang="en-US" sz="2000" dirty="0"/>
              <a:t> prediction app.</a:t>
            </a:r>
            <a:endParaRPr sz="2000" dirty="0"/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6110A192-FD78-E829-BD2B-7E2C096E0112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54</a:t>
            </a:fld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94DA791-E137-EF99-2692-50C9357CCC7E}"/>
              </a:ext>
            </a:extLst>
          </p:cNvPr>
          <p:cNvSpPr/>
          <p:nvPr/>
        </p:nvSpPr>
        <p:spPr>
          <a:xfrm>
            <a:off x="939031" y="1300151"/>
            <a:ext cx="230550" cy="262270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414A08-AEEF-3C19-C153-92EFB3B40E6B}"/>
              </a:ext>
            </a:extLst>
          </p:cNvPr>
          <p:cNvSpPr/>
          <p:nvPr/>
        </p:nvSpPr>
        <p:spPr>
          <a:xfrm>
            <a:off x="945587" y="2233096"/>
            <a:ext cx="230550" cy="262270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BD98A6-8998-FB36-A54C-4371932E792D}"/>
              </a:ext>
            </a:extLst>
          </p:cNvPr>
          <p:cNvSpPr/>
          <p:nvPr/>
        </p:nvSpPr>
        <p:spPr>
          <a:xfrm>
            <a:off x="945587" y="3114159"/>
            <a:ext cx="230550" cy="262270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824A84-8AD4-ACCC-2074-A81A7CE2AC90}"/>
              </a:ext>
            </a:extLst>
          </p:cNvPr>
          <p:cNvSpPr/>
          <p:nvPr/>
        </p:nvSpPr>
        <p:spPr>
          <a:xfrm>
            <a:off x="945587" y="4052372"/>
            <a:ext cx="230550" cy="262270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>
          <a:extLst>
            <a:ext uri="{FF2B5EF4-FFF2-40B4-BE49-F238E27FC236}">
              <a16:creationId xmlns:a16="http://schemas.microsoft.com/office/drawing/2014/main" id="{ED95E3D5-0740-8CBA-0BB3-16CB5DD7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7">
            <a:extLst>
              <a:ext uri="{FF2B5EF4-FFF2-40B4-BE49-F238E27FC236}">
                <a16:creationId xmlns:a16="http://schemas.microsoft.com/office/drawing/2014/main" id="{B535CB93-6DF5-4EF8-6E9A-E09BC4667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Business Insight</a:t>
            </a:r>
            <a:endParaRPr dirty="0"/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E2DC8198-F112-9E9A-F1DD-E5EC2BA7A812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55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BA2E-84F2-AD87-0A1D-276E4A747DC3}"/>
              </a:ext>
            </a:extLst>
          </p:cNvPr>
          <p:cNvSpPr txBox="1"/>
          <p:nvPr/>
        </p:nvSpPr>
        <p:spPr>
          <a:xfrm>
            <a:off x="366643" y="1094361"/>
            <a:ext cx="839010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In general, the models indicate that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Weight, Height, Age, and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Gender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are the primary factors contributing to obesity. These variables consistently showed strong correlations with obesity levels across multiple model evaluations.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Furthermore, the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</a:rPr>
              <a:t>LightGBM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model — which was selected as the best-performing algorithm due to its high predictive accuracy and computational efficiency after hyperparameter tuning — identified several additional key determinants of obesity, namely: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D8EF70-EFF2-2334-C4F4-33B46D8145E6}"/>
              </a:ext>
            </a:extLst>
          </p:cNvPr>
          <p:cNvSpPr/>
          <p:nvPr/>
        </p:nvSpPr>
        <p:spPr>
          <a:xfrm>
            <a:off x="469359" y="4049139"/>
            <a:ext cx="8205281" cy="81872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These findings suggest that, in addition to physical attributes, dietary pattern and lifestyle factors collectively play a crucial role in determining obesity risk.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80017-78E6-08BD-8E53-FD258BF61750}"/>
              </a:ext>
            </a:extLst>
          </p:cNvPr>
          <p:cNvSpPr txBox="1"/>
          <p:nvPr/>
        </p:nvSpPr>
        <p:spPr>
          <a:xfrm>
            <a:off x="641608" y="2715328"/>
            <a:ext cx="37946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Dietary Patterns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Daily water intake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Vegetable consumption frequency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Meal frequency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Snacking habits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48406-E3D3-FF4B-2710-3D8A07F024AF}"/>
              </a:ext>
            </a:extLst>
          </p:cNvPr>
          <p:cNvSpPr txBox="1"/>
          <p:nvPr/>
        </p:nvSpPr>
        <p:spPr>
          <a:xfrm>
            <a:off x="4962090" y="2715328"/>
            <a:ext cx="3702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Lifestyle Factors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Physical activity level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Technology usage frequency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Alcohol consumption frequency</a:t>
            </a:r>
          </a:p>
        </p:txBody>
      </p:sp>
    </p:spTree>
    <p:extLst>
      <p:ext uri="{BB962C8B-B14F-4D97-AF65-F5344CB8AC3E}">
        <p14:creationId xmlns:p14="http://schemas.microsoft.com/office/powerpoint/2010/main" val="3353084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>
          <a:extLst>
            <a:ext uri="{FF2B5EF4-FFF2-40B4-BE49-F238E27FC236}">
              <a16:creationId xmlns:a16="http://schemas.microsoft.com/office/drawing/2014/main" id="{5A624C3F-2D15-7CAE-E46E-E62E306B7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7">
            <a:extLst>
              <a:ext uri="{FF2B5EF4-FFF2-40B4-BE49-F238E27FC236}">
                <a16:creationId xmlns:a16="http://schemas.microsoft.com/office/drawing/2014/main" id="{9FE85F9A-C4ED-294B-0F3C-0F3A0F022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3250" y="292625"/>
            <a:ext cx="95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Actionable Insights</a:t>
            </a:r>
            <a:endParaRPr dirty="0"/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025492BC-2C47-2D17-D99C-34986F2F2C1B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56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46770-F977-8A06-92C7-447DD262B873}"/>
              </a:ext>
            </a:extLst>
          </p:cNvPr>
          <p:cNvSpPr txBox="1"/>
          <p:nvPr/>
        </p:nvSpPr>
        <p:spPr>
          <a:xfrm>
            <a:off x="1002437" y="1666875"/>
            <a:ext cx="33766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Promote Balanced Nutrition</a:t>
            </a:r>
            <a:br>
              <a:rPr lang="en-US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Encourage individuals to reduce high-calorie and snack consumption while increasing vegetable intake to maintain a healthy weight.</a:t>
            </a:r>
          </a:p>
          <a:p>
            <a:pPr marL="342900" lvl="2" indent="-342900">
              <a:buFont typeface="+mj-lt"/>
              <a:buAutoNum type="arabicPeriod"/>
            </a:pP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pPr lvl="2"/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Raise Awareness of Lifestyle Habits</a:t>
            </a:r>
            <a:br>
              <a:rPr lang="en-US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Educate users on the impact of alcohol consumption, meal frequency, and transportation choices (e.g., sedentary commuting) on obesity risk.</a:t>
            </a:r>
          </a:p>
          <a:p>
            <a:pPr lvl="2"/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7B69F-0600-80BE-6B06-88F55AAD26D3}"/>
              </a:ext>
            </a:extLst>
          </p:cNvPr>
          <p:cNvSpPr txBox="1"/>
          <p:nvPr/>
        </p:nvSpPr>
        <p:spPr>
          <a:xfrm>
            <a:off x="4972051" y="1666875"/>
            <a:ext cx="35944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Support Preventive Health Programs</a:t>
            </a:r>
            <a:br>
              <a:rPr lang="en-US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Leverage model insights to design community-based interventions focusing on diet improvement and active mobility.</a:t>
            </a:r>
          </a:p>
          <a:p>
            <a:pPr marL="342900" lvl="2" indent="-342900">
              <a:buFont typeface="+mj-lt"/>
              <a:buAutoNum type="arabicPeriod" startAt="3"/>
            </a:pP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342900" lvl="2" indent="-342900">
              <a:buFont typeface="+mj-lt"/>
              <a:buAutoNum type="arabicPeriod" startAt="4"/>
            </a:pPr>
            <a:endParaRPr lang="en-US" b="1" dirty="0">
              <a:solidFill>
                <a:schemeClr val="accent3">
                  <a:lumMod val="50000"/>
                </a:schemeClr>
              </a:solidFill>
            </a:endParaRPr>
          </a:p>
          <a:p>
            <a:pPr lvl="2"/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Integrate Predictive Apps into Daily Use</a:t>
            </a:r>
            <a:br>
              <a:rPr lang="en-US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Enable users to apply the predictive application for self-assessment and continuous monitoring of their obesity risk.</a:t>
            </a:r>
          </a:p>
        </p:txBody>
      </p:sp>
      <p:sp>
        <p:nvSpPr>
          <p:cNvPr id="15" name="Google Shape;299;p31">
            <a:extLst>
              <a:ext uri="{FF2B5EF4-FFF2-40B4-BE49-F238E27FC236}">
                <a16:creationId xmlns:a16="http://schemas.microsoft.com/office/drawing/2014/main" id="{E0A48821-18CC-B22D-31C2-795082607BEE}"/>
              </a:ext>
            </a:extLst>
          </p:cNvPr>
          <p:cNvSpPr txBox="1">
            <a:spLocks/>
          </p:cNvSpPr>
          <p:nvPr/>
        </p:nvSpPr>
        <p:spPr>
          <a:xfrm>
            <a:off x="409505" y="1555490"/>
            <a:ext cx="648182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200" b="1" dirty="0">
                <a:solidFill>
                  <a:schemeClr val="accent5">
                    <a:lumMod val="90000"/>
                  </a:schemeClr>
                </a:solidFill>
              </a:rPr>
              <a:t>01</a:t>
            </a:r>
          </a:p>
        </p:txBody>
      </p:sp>
      <p:sp>
        <p:nvSpPr>
          <p:cNvPr id="16" name="Google Shape;299;p31">
            <a:extLst>
              <a:ext uri="{FF2B5EF4-FFF2-40B4-BE49-F238E27FC236}">
                <a16:creationId xmlns:a16="http://schemas.microsoft.com/office/drawing/2014/main" id="{9D127D98-55E3-27C3-DB5E-E2EFEA078E08}"/>
              </a:ext>
            </a:extLst>
          </p:cNvPr>
          <p:cNvSpPr txBox="1">
            <a:spLocks/>
          </p:cNvSpPr>
          <p:nvPr/>
        </p:nvSpPr>
        <p:spPr>
          <a:xfrm>
            <a:off x="368542" y="2845033"/>
            <a:ext cx="648182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200" b="1" dirty="0">
                <a:solidFill>
                  <a:schemeClr val="accent5">
                    <a:lumMod val="90000"/>
                  </a:schemeClr>
                </a:solidFill>
              </a:rPr>
              <a:t>02</a:t>
            </a:r>
          </a:p>
        </p:txBody>
      </p:sp>
      <p:sp>
        <p:nvSpPr>
          <p:cNvPr id="17" name="Google Shape;299;p31">
            <a:extLst>
              <a:ext uri="{FF2B5EF4-FFF2-40B4-BE49-F238E27FC236}">
                <a16:creationId xmlns:a16="http://schemas.microsoft.com/office/drawing/2014/main" id="{B8F0B31B-F446-7009-14B7-EB3B59AE65D4}"/>
              </a:ext>
            </a:extLst>
          </p:cNvPr>
          <p:cNvSpPr txBox="1">
            <a:spLocks/>
          </p:cNvSpPr>
          <p:nvPr/>
        </p:nvSpPr>
        <p:spPr>
          <a:xfrm>
            <a:off x="4369352" y="1544492"/>
            <a:ext cx="648182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200" b="1" dirty="0">
                <a:solidFill>
                  <a:schemeClr val="accent5">
                    <a:lumMod val="90000"/>
                  </a:schemeClr>
                </a:solidFill>
              </a:rPr>
              <a:t>03</a:t>
            </a:r>
          </a:p>
        </p:txBody>
      </p:sp>
      <p:sp>
        <p:nvSpPr>
          <p:cNvPr id="18" name="Google Shape;299;p31">
            <a:extLst>
              <a:ext uri="{FF2B5EF4-FFF2-40B4-BE49-F238E27FC236}">
                <a16:creationId xmlns:a16="http://schemas.microsoft.com/office/drawing/2014/main" id="{9EE02802-F01B-CFBD-042F-A47F81D44701}"/>
              </a:ext>
            </a:extLst>
          </p:cNvPr>
          <p:cNvSpPr txBox="1">
            <a:spLocks/>
          </p:cNvSpPr>
          <p:nvPr/>
        </p:nvSpPr>
        <p:spPr>
          <a:xfrm>
            <a:off x="4369352" y="2813508"/>
            <a:ext cx="648182" cy="6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200" b="1" dirty="0">
                <a:solidFill>
                  <a:schemeClr val="accent5">
                    <a:lumMod val="90000"/>
                  </a:schemeClr>
                </a:solidFill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77930B-6E14-E8E2-0427-6F2969668361}"/>
              </a:ext>
            </a:extLst>
          </p:cNvPr>
          <p:cNvCxnSpPr>
            <a:cxnSpLocks/>
          </p:cNvCxnSpPr>
          <p:nvPr/>
        </p:nvCxnSpPr>
        <p:spPr>
          <a:xfrm>
            <a:off x="1002437" y="1764893"/>
            <a:ext cx="0" cy="104861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F70CD9-226B-5602-D9D2-62B5D6F848D1}"/>
              </a:ext>
            </a:extLst>
          </p:cNvPr>
          <p:cNvCxnSpPr>
            <a:cxnSpLocks/>
          </p:cNvCxnSpPr>
          <p:nvPr/>
        </p:nvCxnSpPr>
        <p:spPr>
          <a:xfrm>
            <a:off x="1002437" y="3056283"/>
            <a:ext cx="0" cy="1008511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4F80E1-59D7-B89E-F8E2-07E55BA084AF}"/>
              </a:ext>
            </a:extLst>
          </p:cNvPr>
          <p:cNvCxnSpPr>
            <a:cxnSpLocks/>
          </p:cNvCxnSpPr>
          <p:nvPr/>
        </p:nvCxnSpPr>
        <p:spPr>
          <a:xfrm>
            <a:off x="4983888" y="1726882"/>
            <a:ext cx="0" cy="79486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B5BC5-5D45-94FE-1767-C88EAAE95901}"/>
              </a:ext>
            </a:extLst>
          </p:cNvPr>
          <p:cNvCxnSpPr>
            <a:cxnSpLocks/>
          </p:cNvCxnSpPr>
          <p:nvPr/>
        </p:nvCxnSpPr>
        <p:spPr>
          <a:xfrm>
            <a:off x="4983888" y="3002477"/>
            <a:ext cx="0" cy="79486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1630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466F-72D5-1A98-343D-247ECA064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6DC4-05F1-45E3-2F35-50D7B866A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2625"/>
            <a:ext cx="9144000" cy="572700"/>
          </a:xfrm>
        </p:spPr>
        <p:txBody>
          <a:bodyPr/>
          <a:lstStyle/>
          <a:p>
            <a:r>
              <a:rPr lang="en-US" dirty="0"/>
              <a:t>My files to share…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B8100-FF65-B560-3438-5D57E3D15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72400"/>
            <a:ext cx="9144000" cy="40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https://github.com/daudrusyadnurdin/final-project-2025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6AA8F-FC5D-27C5-E4DE-C3720FAAE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771" y="2279824"/>
            <a:ext cx="818459" cy="736156"/>
          </a:xfrm>
          <a:prstGeom prst="rect">
            <a:avLst/>
          </a:prstGeom>
        </p:spPr>
      </p:pic>
      <p:sp>
        <p:nvSpPr>
          <p:cNvPr id="5" name="Teardrop 4">
            <a:extLst>
              <a:ext uri="{FF2B5EF4-FFF2-40B4-BE49-F238E27FC236}">
                <a16:creationId xmlns:a16="http://schemas.microsoft.com/office/drawing/2014/main" id="{57B4547F-75B8-3D06-ED57-19A84AD90D94}"/>
              </a:ext>
            </a:extLst>
          </p:cNvPr>
          <p:cNvSpPr/>
          <p:nvPr/>
        </p:nvSpPr>
        <p:spPr>
          <a:xfrm>
            <a:off x="8566484" y="0"/>
            <a:ext cx="577516" cy="687520"/>
          </a:xfrm>
          <a:prstGeom prst="teardrop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5D2D45B-E415-4EF5-A0A1-409126FB1DF3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0765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8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2;p42">
            <a:extLst>
              <a:ext uri="{FF2B5EF4-FFF2-40B4-BE49-F238E27FC236}">
                <a16:creationId xmlns:a16="http://schemas.microsoft.com/office/drawing/2014/main" id="{1D44A167-DA40-F052-B55C-B597A81086D2}"/>
              </a:ext>
            </a:extLst>
          </p:cNvPr>
          <p:cNvSpPr txBox="1">
            <a:spLocks/>
          </p:cNvSpPr>
          <p:nvPr/>
        </p:nvSpPr>
        <p:spPr>
          <a:xfrm>
            <a:off x="0" y="1936376"/>
            <a:ext cx="9144000" cy="8269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  <a:latin typeface="Lilita One" panose="020B0604020202020204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verweight Breakthrough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EEEEEE"/>
      </a:lt2>
      <a:accent1>
        <a:srgbClr val="3D58A3"/>
      </a:accent1>
      <a:accent2>
        <a:srgbClr val="599AF2"/>
      </a:accent2>
      <a:accent3>
        <a:srgbClr val="A2D0F9"/>
      </a:accent3>
      <a:accent4>
        <a:srgbClr val="F28393"/>
      </a:accent4>
      <a:accent5>
        <a:srgbClr val="F7A9B4"/>
      </a:accent5>
      <a:accent6>
        <a:srgbClr val="F9DCE2"/>
      </a:accent6>
      <a:hlink>
        <a:srgbClr val="3D58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2812</TotalTime>
  <Words>1760</Words>
  <Application>Microsoft Office PowerPoint</Application>
  <PresentationFormat>On-screen Show (16:9)</PresentationFormat>
  <Paragraphs>495</Paragraphs>
  <Slides>58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Arial</vt:lpstr>
      <vt:lpstr>Lilita One</vt:lpstr>
      <vt:lpstr>Proxima Nova</vt:lpstr>
      <vt:lpstr>Calibri</vt:lpstr>
      <vt:lpstr>Aptos</vt:lpstr>
      <vt:lpstr>Proxima Nova Semibold</vt:lpstr>
      <vt:lpstr>Catamaran</vt:lpstr>
      <vt:lpstr>Wingdings</vt:lpstr>
      <vt:lpstr>Overweight Breakthrough by Slidesgo</vt:lpstr>
      <vt:lpstr>Slidesgo Final Pages</vt:lpstr>
      <vt:lpstr>Obesity Levels Prediction</vt:lpstr>
      <vt:lpstr>Table of Contents</vt:lpstr>
      <vt:lpstr>Introduction</vt:lpstr>
      <vt:lpstr>About Me</vt:lpstr>
      <vt:lpstr>Previous Projects @dibimbing</vt:lpstr>
      <vt:lpstr>What and Why Obesity?</vt:lpstr>
      <vt:lpstr>What is Obesity?</vt:lpstr>
      <vt:lpstr>Obesity – a Global Epidemic</vt:lpstr>
      <vt:lpstr>Obesity Rate by Country in 2025 </vt:lpstr>
      <vt:lpstr>Global Trends in Adult Body-Mass Index</vt:lpstr>
      <vt:lpstr>Project Background &amp;  Problem Statement</vt:lpstr>
      <vt:lpstr>Project Background</vt:lpstr>
      <vt:lpstr>Problem Statement</vt:lpstr>
      <vt:lpstr>Data Preparation</vt:lpstr>
      <vt:lpstr>Data Understanding</vt:lpstr>
      <vt:lpstr>Data Structure</vt:lpstr>
      <vt:lpstr>General Info</vt:lpstr>
      <vt:lpstr>Categorical Column Types</vt:lpstr>
      <vt:lpstr>General Statistic</vt:lpstr>
      <vt:lpstr>Exploratory Data Analysis</vt:lpstr>
      <vt:lpstr>Data Quality</vt:lpstr>
      <vt:lpstr>Checking data balance relative to target…</vt:lpstr>
      <vt:lpstr>Data Distribution and Outliers Diagram</vt:lpstr>
      <vt:lpstr>Factors Influencing Obesity Levels</vt:lpstr>
      <vt:lpstr>Corr Heatmap and VIF Score: Numerical Features</vt:lpstr>
      <vt:lpstr>Cramér’s V Heatmap: Categorical Features</vt:lpstr>
      <vt:lpstr>Data Preprocessing</vt:lpstr>
      <vt:lpstr>Pipeline</vt:lpstr>
      <vt:lpstr>Corr Heatmap and VIF Score: After Scaling</vt:lpstr>
      <vt:lpstr>Data Preparation Summary</vt:lpstr>
      <vt:lpstr>Model Building</vt:lpstr>
      <vt:lpstr>Machine Learning Models</vt:lpstr>
      <vt:lpstr>Model Evaluation Setup</vt:lpstr>
      <vt:lpstr>Multinomial Logistic Regression</vt:lpstr>
      <vt:lpstr>Multinomial Logistic Regression</vt:lpstr>
      <vt:lpstr>Ordinal Logistic Regression</vt:lpstr>
      <vt:lpstr>Ordinal Logistic Regression</vt:lpstr>
      <vt:lpstr>Random Forest</vt:lpstr>
      <vt:lpstr>Random Forest</vt:lpstr>
      <vt:lpstr>XGBoost Classifier</vt:lpstr>
      <vt:lpstr>XGBoost Classifier</vt:lpstr>
      <vt:lpstr>LightGBM Classifier</vt:lpstr>
      <vt:lpstr>LightGBM Classifier</vt:lpstr>
      <vt:lpstr>CatBoost Classifier</vt:lpstr>
      <vt:lpstr>CatBoost Classifier</vt:lpstr>
      <vt:lpstr>Summary</vt:lpstr>
      <vt:lpstr>Hyperparameter Tuning</vt:lpstr>
      <vt:lpstr>Streamlit App Development</vt:lpstr>
      <vt:lpstr>Application Design</vt:lpstr>
      <vt:lpstr>Application Workflow</vt:lpstr>
      <vt:lpstr>Obesity Level Prediction App</vt:lpstr>
      <vt:lpstr>Obesity Level Prediction App</vt:lpstr>
      <vt:lpstr>Conclusions and Business &amp; Actionable Insights</vt:lpstr>
      <vt:lpstr>Conclusions</vt:lpstr>
      <vt:lpstr>Business Insight</vt:lpstr>
      <vt:lpstr>Actionable Insights</vt:lpstr>
      <vt:lpstr>My files to share…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Data Analytics Center</cp:lastModifiedBy>
  <cp:revision>159</cp:revision>
  <dcterms:modified xsi:type="dcterms:W3CDTF">2025-11-02T07:18:46Z</dcterms:modified>
</cp:coreProperties>
</file>